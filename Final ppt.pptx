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0"/>
  </p:notesMasterIdLst>
  <p:sldIdLst>
    <p:sldId id="372" r:id="rId2"/>
    <p:sldId id="373" r:id="rId3"/>
    <p:sldId id="313" r:id="rId4"/>
    <p:sldId id="314" r:id="rId5"/>
    <p:sldId id="316" r:id="rId6"/>
    <p:sldId id="326" r:id="rId7"/>
    <p:sldId id="317" r:id="rId8"/>
    <p:sldId id="343" r:id="rId9"/>
    <p:sldId id="319" r:id="rId10"/>
    <p:sldId id="321" r:id="rId11"/>
    <p:sldId id="332" r:id="rId12"/>
    <p:sldId id="322" r:id="rId13"/>
    <p:sldId id="323" r:id="rId14"/>
    <p:sldId id="324" r:id="rId15"/>
    <p:sldId id="327" r:id="rId16"/>
    <p:sldId id="325" r:id="rId17"/>
    <p:sldId id="346" r:id="rId18"/>
    <p:sldId id="329" r:id="rId19"/>
    <p:sldId id="347" r:id="rId20"/>
    <p:sldId id="341" r:id="rId21"/>
    <p:sldId id="354" r:id="rId22"/>
    <p:sldId id="331" r:id="rId23"/>
    <p:sldId id="369" r:id="rId24"/>
    <p:sldId id="336" r:id="rId25"/>
    <p:sldId id="375" r:id="rId26"/>
    <p:sldId id="350" r:id="rId27"/>
    <p:sldId id="351" r:id="rId28"/>
    <p:sldId id="37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6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argavi" initials="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C5A2"/>
    <a:srgbClr val="CCFFFF"/>
    <a:srgbClr val="DED8E4"/>
    <a:srgbClr val="4D4D4D"/>
    <a:srgbClr val="FF7C80"/>
    <a:srgbClr val="FF5050"/>
    <a:srgbClr val="96969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4619" autoAdjust="0"/>
  </p:normalViewPr>
  <p:slideViewPr>
    <p:cSldViewPr snapToGrid="0">
      <p:cViewPr varScale="1">
        <p:scale>
          <a:sx n="81" d="100"/>
          <a:sy n="81" d="100"/>
        </p:scale>
        <p:origin x="749" y="67"/>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05780B4-1FAC-4F6E-A7E6-074BFA52BAC1}" type="doc">
      <dgm:prSet loTypeId="urn:microsoft.com/office/officeart/2005/8/layout/bList2#1" loCatId="picture" qsTypeId="urn:microsoft.com/office/officeart/2005/8/quickstyle/simple2#1" qsCatId="simple" csTypeId="urn:microsoft.com/office/officeart/2005/8/colors/accent1_2#1" csCatId="accent1" phldr="1"/>
      <dgm:spPr/>
      <dgm:t>
        <a:bodyPr/>
        <a:lstStyle/>
        <a:p>
          <a:endParaRPr lang="en-US"/>
        </a:p>
      </dgm:t>
    </dgm:pt>
    <dgm:pt modelId="{E31907DD-F69E-4900-B2B3-BE507F5BE4A8}">
      <dgm:prSet phldrT="[Text]" custT="1"/>
      <dgm:spPr>
        <a:solidFill>
          <a:srgbClr val="4D4D4D"/>
        </a:solidFill>
        <a:ln>
          <a:solidFill>
            <a:schemeClr val="tx1"/>
          </a:solidFill>
        </a:ln>
      </dgm:spPr>
      <dgm:t>
        <a:bodyPr/>
        <a:lstStyle/>
        <a:p>
          <a:pPr algn="ctr"/>
          <a:r>
            <a:rPr lang="en-US" sz="2000" dirty="0"/>
            <a:t>Supervised Learning</a:t>
          </a:r>
        </a:p>
      </dgm:t>
    </dgm:pt>
    <dgm:pt modelId="{9F19A93E-5B0D-4699-9CB1-48BD78765782}" type="parTrans" cxnId="{3DAE61AB-C4EC-4679-817A-0FC33C12119C}">
      <dgm:prSet/>
      <dgm:spPr/>
      <dgm:t>
        <a:bodyPr/>
        <a:lstStyle/>
        <a:p>
          <a:endParaRPr lang="en-US"/>
        </a:p>
      </dgm:t>
    </dgm:pt>
    <dgm:pt modelId="{E3760DAA-51E9-4449-8C09-801ED31B30F7}" type="sibTrans" cxnId="{3DAE61AB-C4EC-4679-817A-0FC33C12119C}">
      <dgm:prSet/>
      <dgm:spPr/>
      <dgm:t>
        <a:bodyPr/>
        <a:lstStyle/>
        <a:p>
          <a:endParaRPr lang="en-US"/>
        </a:p>
      </dgm:t>
    </dgm:pt>
    <dgm:pt modelId="{57F03C78-01DE-4809-8990-79EDF8C2AC46}">
      <dgm:prSet phldrT="[Text]" custT="1"/>
      <dgm:spPr>
        <a:solidFill>
          <a:srgbClr val="4D4D4D"/>
        </a:solidFill>
        <a:ln>
          <a:solidFill>
            <a:schemeClr val="tx1"/>
          </a:solidFill>
        </a:ln>
      </dgm:spPr>
      <dgm:t>
        <a:bodyPr/>
        <a:lstStyle/>
        <a:p>
          <a:pPr algn="ctr" rtl="0"/>
          <a:r>
            <a:rPr lang="en-US" sz="2000" dirty="0"/>
            <a:t>Unsupervised learning</a:t>
          </a:r>
        </a:p>
      </dgm:t>
    </dgm:pt>
    <dgm:pt modelId="{1D71223E-C741-45B9-958A-5FC836B9E4F4}" type="parTrans" cxnId="{74243083-5E63-4759-B04A-41D95912D338}">
      <dgm:prSet/>
      <dgm:spPr/>
      <dgm:t>
        <a:bodyPr/>
        <a:lstStyle/>
        <a:p>
          <a:endParaRPr lang="en-US"/>
        </a:p>
      </dgm:t>
    </dgm:pt>
    <dgm:pt modelId="{28EFE0D4-6224-4C3A-BB42-D041EF92A384}" type="sibTrans" cxnId="{74243083-5E63-4759-B04A-41D95912D338}">
      <dgm:prSet/>
      <dgm:spPr/>
      <dgm:t>
        <a:bodyPr/>
        <a:lstStyle/>
        <a:p>
          <a:endParaRPr lang="en-US"/>
        </a:p>
      </dgm:t>
    </dgm:pt>
    <dgm:pt modelId="{DDF4A183-9161-4056-8E14-8E20BC330C98}">
      <dgm:prSet phldrT="[Text]" custT="1"/>
      <dgm:spPr>
        <a:solidFill>
          <a:srgbClr val="4D4D4D"/>
        </a:solidFill>
        <a:ln>
          <a:solidFill>
            <a:schemeClr val="tx1"/>
          </a:solidFill>
        </a:ln>
      </dgm:spPr>
      <dgm:t>
        <a:bodyPr/>
        <a:lstStyle/>
        <a:p>
          <a:pPr algn="ctr"/>
          <a:r>
            <a:rPr lang="en-US" sz="2000" dirty="0"/>
            <a:t>Semi-Supervised learning</a:t>
          </a:r>
        </a:p>
      </dgm:t>
    </dgm:pt>
    <dgm:pt modelId="{261E9949-8D95-46EC-A763-521944A606DF}" type="parTrans" cxnId="{3086A123-B38F-45B2-85C3-F7255A892961}">
      <dgm:prSet/>
      <dgm:spPr/>
      <dgm:t>
        <a:bodyPr/>
        <a:lstStyle/>
        <a:p>
          <a:endParaRPr lang="en-US"/>
        </a:p>
      </dgm:t>
    </dgm:pt>
    <dgm:pt modelId="{38C4C027-4DE6-427A-AC51-9AC91B02C557}" type="sibTrans" cxnId="{3086A123-B38F-45B2-85C3-F7255A892961}">
      <dgm:prSet/>
      <dgm:spPr/>
      <dgm:t>
        <a:bodyPr/>
        <a:lstStyle/>
        <a:p>
          <a:endParaRPr lang="en-US"/>
        </a:p>
      </dgm:t>
    </dgm:pt>
    <dgm:pt modelId="{D72C2E8A-E97C-4689-B5E6-BE84C89A79BF}">
      <dgm:prSet custT="1"/>
      <dgm:spPr>
        <a:solidFill>
          <a:srgbClr val="DED8E4">
            <a:alpha val="90000"/>
          </a:srgbClr>
        </a:solidFill>
        <a:ln>
          <a:solidFill>
            <a:schemeClr val="tx1"/>
          </a:solidFill>
        </a:ln>
      </dgm:spPr>
      <dgm:t>
        <a:bodyPr/>
        <a:lstStyle/>
        <a:p>
          <a:pPr marL="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Input data is called training data and has a known label or result such as spam or not spam, a stock price at a time.</a:t>
          </a:r>
        </a:p>
      </dgm:t>
    </dgm:pt>
    <dgm:pt modelId="{B5588882-A8A4-45D3-A810-DF2FF862D9C0}" type="parTrans" cxnId="{53C8D10A-A6E7-4044-9BFE-0D75192DE0E5}">
      <dgm:prSet/>
      <dgm:spPr/>
      <dgm:t>
        <a:bodyPr/>
        <a:lstStyle/>
        <a:p>
          <a:endParaRPr lang="en-US"/>
        </a:p>
      </dgm:t>
    </dgm:pt>
    <dgm:pt modelId="{EE5D32FB-4F7E-482C-A87B-A0A4ABA4E192}" type="sibTrans" cxnId="{53C8D10A-A6E7-4044-9BFE-0D75192DE0E5}">
      <dgm:prSet/>
      <dgm:spPr/>
      <dgm:t>
        <a:bodyPr/>
        <a:lstStyle/>
        <a:p>
          <a:endParaRPr lang="en-US"/>
        </a:p>
      </dgm:t>
    </dgm:pt>
    <dgm:pt modelId="{90D6A358-A3DD-404D-ACD0-C61837EE6183}">
      <dgm:prSet custT="1"/>
      <dgm:spPr>
        <a:solidFill>
          <a:srgbClr val="DED8E4">
            <a:alpha val="90000"/>
          </a:srgbClr>
        </a:solidFill>
        <a:ln>
          <a:solidFill>
            <a:schemeClr val="tx1"/>
          </a:solidFill>
        </a:ln>
      </dgm:spPr>
      <dgm:t>
        <a:bodyPr/>
        <a:lstStyle/>
        <a:p>
          <a:pPr marL="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Input data is not labelled and does not have a known result.</a:t>
          </a:r>
        </a:p>
      </dgm:t>
    </dgm:pt>
    <dgm:pt modelId="{2D9A3A5F-F8CA-47A1-AF74-5884367F05FB}" type="parTrans" cxnId="{4332E50F-8F43-453C-A891-28EB7D220174}">
      <dgm:prSet/>
      <dgm:spPr/>
      <dgm:t>
        <a:bodyPr/>
        <a:lstStyle/>
        <a:p>
          <a:endParaRPr lang="en-US"/>
        </a:p>
      </dgm:t>
    </dgm:pt>
    <dgm:pt modelId="{70A1E753-970A-4E66-9862-16A7DB31DA15}" type="sibTrans" cxnId="{4332E50F-8F43-453C-A891-28EB7D220174}">
      <dgm:prSet/>
      <dgm:spPr/>
      <dgm:t>
        <a:bodyPr/>
        <a:lstStyle/>
        <a:p>
          <a:endParaRPr lang="en-US"/>
        </a:p>
      </dgm:t>
    </dgm:pt>
    <dgm:pt modelId="{CEA28F68-FA49-4D39-A056-EF2BF2AB6291}">
      <dgm:prSet custT="1"/>
      <dgm:spPr>
        <a:solidFill>
          <a:srgbClr val="DED8E4">
            <a:alpha val="90000"/>
          </a:srgbClr>
        </a:solidFill>
        <a:ln>
          <a:solidFill>
            <a:schemeClr val="tx1"/>
          </a:solidFill>
        </a:ln>
      </dgm:spPr>
      <dgm:t>
        <a:bodyPr/>
        <a:lstStyle/>
        <a:p>
          <a:pPr marL="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Input data is a mixture of-labelled and unlabeled examples</a:t>
          </a:r>
        </a:p>
      </dgm:t>
    </dgm:pt>
    <dgm:pt modelId="{5EE08CD3-DA30-49AD-AC28-D017E6B1FF54}" type="parTrans" cxnId="{CB02B946-DC00-4EF5-9122-AC1BD2259220}">
      <dgm:prSet/>
      <dgm:spPr/>
      <dgm:t>
        <a:bodyPr/>
        <a:lstStyle/>
        <a:p>
          <a:endParaRPr lang="en-US"/>
        </a:p>
      </dgm:t>
    </dgm:pt>
    <dgm:pt modelId="{D651D471-EF9D-4373-A5BA-FD935DD9585E}" type="sibTrans" cxnId="{CB02B946-DC00-4EF5-9122-AC1BD2259220}">
      <dgm:prSet/>
      <dgm:spPr/>
      <dgm:t>
        <a:bodyPr/>
        <a:lstStyle/>
        <a:p>
          <a:endParaRPr lang="en-US"/>
        </a:p>
      </dgm:t>
    </dgm:pt>
    <dgm:pt modelId="{36A6CA94-2436-45C6-9728-3EA8E542E311}" type="pres">
      <dgm:prSet presAssocID="{105780B4-1FAC-4F6E-A7E6-074BFA52BAC1}" presName="diagram" presStyleCnt="0">
        <dgm:presLayoutVars>
          <dgm:dir/>
          <dgm:animLvl val="lvl"/>
          <dgm:resizeHandles val="exact"/>
        </dgm:presLayoutVars>
      </dgm:prSet>
      <dgm:spPr/>
    </dgm:pt>
    <dgm:pt modelId="{C2B08BE7-70F0-4173-9EF4-6BDB1A1C2AC6}" type="pres">
      <dgm:prSet presAssocID="{E31907DD-F69E-4900-B2B3-BE507F5BE4A8}" presName="compNode" presStyleCnt="0"/>
      <dgm:spPr/>
    </dgm:pt>
    <dgm:pt modelId="{7E61CAB5-CB71-4823-A2AA-0E18F4411FD9}" type="pres">
      <dgm:prSet presAssocID="{E31907DD-F69E-4900-B2B3-BE507F5BE4A8}" presName="childRect" presStyleLbl="bgAcc1" presStyleIdx="0" presStyleCnt="3">
        <dgm:presLayoutVars>
          <dgm:bulletEnabled val="1"/>
        </dgm:presLayoutVars>
      </dgm:prSet>
      <dgm:spPr/>
    </dgm:pt>
    <dgm:pt modelId="{855309A8-32E7-4401-8C6D-FC469C20C218}" type="pres">
      <dgm:prSet presAssocID="{E31907DD-F69E-4900-B2B3-BE507F5BE4A8}" presName="parentText" presStyleLbl="node1" presStyleIdx="0" presStyleCnt="0">
        <dgm:presLayoutVars>
          <dgm:chMax val="0"/>
          <dgm:bulletEnabled val="1"/>
        </dgm:presLayoutVars>
      </dgm:prSet>
      <dgm:spPr/>
    </dgm:pt>
    <dgm:pt modelId="{E2DBBE91-7065-4E81-88AD-D29F6F44C15A}" type="pres">
      <dgm:prSet presAssocID="{E31907DD-F69E-4900-B2B3-BE507F5BE4A8}" presName="parentRect" presStyleLbl="alignNode1" presStyleIdx="0" presStyleCnt="3"/>
      <dgm:spPr/>
    </dgm:pt>
    <dgm:pt modelId="{1D94F7F5-232F-4537-BFBB-58DBFFFFFDB3}" type="pres">
      <dgm:prSet presAssocID="{E31907DD-F69E-4900-B2B3-BE507F5BE4A8}" presName="adorn" presStyleLbl="fgAccFollowNode1" presStyleIdx="0" presStyleCnt="3"/>
      <dgm:spPr>
        <a:prstGeom prst="roundRect">
          <a:avLst/>
        </a:prstGeom>
        <a:blipFill rotWithShape="1">
          <a:blip xmlns:r="http://schemas.openxmlformats.org/officeDocument/2006/relationships" r:embed="rId1"/>
          <a:stretch>
            <a:fillRect/>
          </a:stretch>
        </a:blipFill>
      </dgm:spPr>
    </dgm:pt>
    <dgm:pt modelId="{23AB3B16-1D6B-4945-A3DE-B9A2C8106B1A}" type="pres">
      <dgm:prSet presAssocID="{E3760DAA-51E9-4449-8C09-801ED31B30F7}" presName="sibTrans" presStyleLbl="sibTrans2D1" presStyleIdx="0" presStyleCnt="0"/>
      <dgm:spPr/>
    </dgm:pt>
    <dgm:pt modelId="{6074B812-F471-4080-900B-BCB7FD2BAAB1}" type="pres">
      <dgm:prSet presAssocID="{57F03C78-01DE-4809-8990-79EDF8C2AC46}" presName="compNode" presStyleCnt="0"/>
      <dgm:spPr/>
    </dgm:pt>
    <dgm:pt modelId="{C9A21A65-B6EE-4653-BD5F-DC1E13D5C966}" type="pres">
      <dgm:prSet presAssocID="{57F03C78-01DE-4809-8990-79EDF8C2AC46}" presName="childRect" presStyleLbl="bgAcc1" presStyleIdx="1" presStyleCnt="3">
        <dgm:presLayoutVars>
          <dgm:bulletEnabled val="1"/>
        </dgm:presLayoutVars>
      </dgm:prSet>
      <dgm:spPr/>
    </dgm:pt>
    <dgm:pt modelId="{B6D0C8D8-2A7D-406F-8B48-DD1101644824}" type="pres">
      <dgm:prSet presAssocID="{57F03C78-01DE-4809-8990-79EDF8C2AC46}" presName="parentText" presStyleLbl="node1" presStyleIdx="0" presStyleCnt="0">
        <dgm:presLayoutVars>
          <dgm:chMax val="0"/>
          <dgm:bulletEnabled val="1"/>
        </dgm:presLayoutVars>
      </dgm:prSet>
      <dgm:spPr/>
    </dgm:pt>
    <dgm:pt modelId="{DB240440-BF74-41E5-9528-1D6915ADFD1A}" type="pres">
      <dgm:prSet presAssocID="{57F03C78-01DE-4809-8990-79EDF8C2AC46}" presName="parentRect" presStyleLbl="alignNode1" presStyleIdx="1" presStyleCnt="3"/>
      <dgm:spPr/>
    </dgm:pt>
    <dgm:pt modelId="{1E9374C2-7E60-468A-AF11-C6E9FA95CBEE}" type="pres">
      <dgm:prSet presAssocID="{57F03C78-01DE-4809-8990-79EDF8C2AC46}" presName="adorn" presStyleLbl="fgAccFollowNode1" presStyleIdx="1" presStyleCnt="3"/>
      <dgm:spPr>
        <a:prstGeom prst="roundRect">
          <a:avLst/>
        </a:prstGeom>
        <a:blipFill rotWithShape="1">
          <a:blip xmlns:r="http://schemas.openxmlformats.org/officeDocument/2006/relationships" r:embed="rId2"/>
          <a:stretch>
            <a:fillRect/>
          </a:stretch>
        </a:blipFill>
      </dgm:spPr>
    </dgm:pt>
    <dgm:pt modelId="{FBD9B0DC-2568-4F7F-9966-340AFCB7B45B}" type="pres">
      <dgm:prSet presAssocID="{28EFE0D4-6224-4C3A-BB42-D041EF92A384}" presName="sibTrans" presStyleLbl="sibTrans2D1" presStyleIdx="0" presStyleCnt="0"/>
      <dgm:spPr/>
    </dgm:pt>
    <dgm:pt modelId="{59305690-B85F-4FDC-B504-17E80BE5DA4E}" type="pres">
      <dgm:prSet presAssocID="{DDF4A183-9161-4056-8E14-8E20BC330C98}" presName="compNode" presStyleCnt="0"/>
      <dgm:spPr/>
    </dgm:pt>
    <dgm:pt modelId="{F1D60005-DD69-4281-BC22-C2B2E4D675A1}" type="pres">
      <dgm:prSet presAssocID="{DDF4A183-9161-4056-8E14-8E20BC330C98}" presName="childRect" presStyleLbl="bgAcc1" presStyleIdx="2" presStyleCnt="3">
        <dgm:presLayoutVars>
          <dgm:bulletEnabled val="1"/>
        </dgm:presLayoutVars>
      </dgm:prSet>
      <dgm:spPr/>
    </dgm:pt>
    <dgm:pt modelId="{35601256-DA7F-41B9-ABEE-0A40122F54E8}" type="pres">
      <dgm:prSet presAssocID="{DDF4A183-9161-4056-8E14-8E20BC330C98}" presName="parentText" presStyleLbl="node1" presStyleIdx="0" presStyleCnt="0">
        <dgm:presLayoutVars>
          <dgm:chMax val="0"/>
          <dgm:bulletEnabled val="1"/>
        </dgm:presLayoutVars>
      </dgm:prSet>
      <dgm:spPr/>
    </dgm:pt>
    <dgm:pt modelId="{EA632D87-C014-4DB1-8DE4-35C3BBD4149C}" type="pres">
      <dgm:prSet presAssocID="{DDF4A183-9161-4056-8E14-8E20BC330C98}" presName="parentRect" presStyleLbl="alignNode1" presStyleIdx="2" presStyleCnt="3"/>
      <dgm:spPr/>
    </dgm:pt>
    <dgm:pt modelId="{61D6BDD6-2B74-42B8-A4EB-9F142FE3AFBA}" type="pres">
      <dgm:prSet presAssocID="{DDF4A183-9161-4056-8E14-8E20BC330C98}" presName="adorn" presStyleLbl="fgAccFollowNode1" presStyleIdx="2" presStyleCnt="3"/>
      <dgm:spPr>
        <a:prstGeom prst="roundRect">
          <a:avLst/>
        </a:prstGeom>
        <a:blipFill rotWithShape="1">
          <a:blip xmlns:r="http://schemas.openxmlformats.org/officeDocument/2006/relationships" r:embed="rId3"/>
          <a:stretch>
            <a:fillRect/>
          </a:stretch>
        </a:blipFill>
      </dgm:spPr>
    </dgm:pt>
  </dgm:ptLst>
  <dgm:cxnLst>
    <dgm:cxn modelId="{53C8D10A-A6E7-4044-9BFE-0D75192DE0E5}" srcId="{E31907DD-F69E-4900-B2B3-BE507F5BE4A8}" destId="{D72C2E8A-E97C-4689-B5E6-BE84C89A79BF}" srcOrd="0" destOrd="0" parTransId="{B5588882-A8A4-45D3-A810-DF2FF862D9C0}" sibTransId="{EE5D32FB-4F7E-482C-A87B-A0A4ABA4E192}"/>
    <dgm:cxn modelId="{35F21A0B-BC14-49D1-98BE-3BEE8D21B82E}" type="presOf" srcId="{E31907DD-F69E-4900-B2B3-BE507F5BE4A8}" destId="{E2DBBE91-7065-4E81-88AD-D29F6F44C15A}" srcOrd="1" destOrd="0" presId="urn:microsoft.com/office/officeart/2005/8/layout/bList2#1"/>
    <dgm:cxn modelId="{4332E50F-8F43-453C-A891-28EB7D220174}" srcId="{57F03C78-01DE-4809-8990-79EDF8C2AC46}" destId="{90D6A358-A3DD-404D-ACD0-C61837EE6183}" srcOrd="0" destOrd="0" parTransId="{2D9A3A5F-F8CA-47A1-AF74-5884367F05FB}" sibTransId="{70A1E753-970A-4E66-9862-16A7DB31DA15}"/>
    <dgm:cxn modelId="{3086A123-B38F-45B2-85C3-F7255A892961}" srcId="{105780B4-1FAC-4F6E-A7E6-074BFA52BAC1}" destId="{DDF4A183-9161-4056-8E14-8E20BC330C98}" srcOrd="2" destOrd="0" parTransId="{261E9949-8D95-46EC-A763-521944A606DF}" sibTransId="{38C4C027-4DE6-427A-AC51-9AC91B02C557}"/>
    <dgm:cxn modelId="{9DC6DF5C-22D9-4BCE-8B95-89FCE1D07F67}" type="presOf" srcId="{CEA28F68-FA49-4D39-A056-EF2BF2AB6291}" destId="{F1D60005-DD69-4281-BC22-C2B2E4D675A1}" srcOrd="0" destOrd="0" presId="urn:microsoft.com/office/officeart/2005/8/layout/bList2#1"/>
    <dgm:cxn modelId="{CB02B946-DC00-4EF5-9122-AC1BD2259220}" srcId="{DDF4A183-9161-4056-8E14-8E20BC330C98}" destId="{CEA28F68-FA49-4D39-A056-EF2BF2AB6291}" srcOrd="0" destOrd="0" parTransId="{5EE08CD3-DA30-49AD-AC28-D017E6B1FF54}" sibTransId="{D651D471-EF9D-4373-A5BA-FD935DD9585E}"/>
    <dgm:cxn modelId="{14E15B6B-40E7-4DEC-B01E-D739203D6141}" type="presOf" srcId="{D72C2E8A-E97C-4689-B5E6-BE84C89A79BF}" destId="{7E61CAB5-CB71-4823-A2AA-0E18F4411FD9}" srcOrd="0" destOrd="0" presId="urn:microsoft.com/office/officeart/2005/8/layout/bList2#1"/>
    <dgm:cxn modelId="{AA524257-9E36-4006-9C61-7E69A2637FF6}" type="presOf" srcId="{105780B4-1FAC-4F6E-A7E6-074BFA52BAC1}" destId="{36A6CA94-2436-45C6-9728-3EA8E542E311}" srcOrd="0" destOrd="0" presId="urn:microsoft.com/office/officeart/2005/8/layout/bList2#1"/>
    <dgm:cxn modelId="{74243083-5E63-4759-B04A-41D95912D338}" srcId="{105780B4-1FAC-4F6E-A7E6-074BFA52BAC1}" destId="{57F03C78-01DE-4809-8990-79EDF8C2AC46}" srcOrd="1" destOrd="0" parTransId="{1D71223E-C741-45B9-958A-5FC836B9E4F4}" sibTransId="{28EFE0D4-6224-4C3A-BB42-D041EF92A384}"/>
    <dgm:cxn modelId="{6488BC86-DD75-43C1-887B-C617B348F0FC}" type="presOf" srcId="{E3760DAA-51E9-4449-8C09-801ED31B30F7}" destId="{23AB3B16-1D6B-4945-A3DE-B9A2C8106B1A}" srcOrd="0" destOrd="0" presId="urn:microsoft.com/office/officeart/2005/8/layout/bList2#1"/>
    <dgm:cxn modelId="{F58DAD8C-9DCB-4C14-85E7-6DB968096E1B}" type="presOf" srcId="{DDF4A183-9161-4056-8E14-8E20BC330C98}" destId="{EA632D87-C014-4DB1-8DE4-35C3BBD4149C}" srcOrd="1" destOrd="0" presId="urn:microsoft.com/office/officeart/2005/8/layout/bList2#1"/>
    <dgm:cxn modelId="{B47FF69C-9F18-41B3-946F-B66235AFEC9B}" type="presOf" srcId="{57F03C78-01DE-4809-8990-79EDF8C2AC46}" destId="{B6D0C8D8-2A7D-406F-8B48-DD1101644824}" srcOrd="0" destOrd="0" presId="urn:microsoft.com/office/officeart/2005/8/layout/bList2#1"/>
    <dgm:cxn modelId="{3DAE61AB-C4EC-4679-817A-0FC33C12119C}" srcId="{105780B4-1FAC-4F6E-A7E6-074BFA52BAC1}" destId="{E31907DD-F69E-4900-B2B3-BE507F5BE4A8}" srcOrd="0" destOrd="0" parTransId="{9F19A93E-5B0D-4699-9CB1-48BD78765782}" sibTransId="{E3760DAA-51E9-4449-8C09-801ED31B30F7}"/>
    <dgm:cxn modelId="{CEE691AE-0D18-475D-8840-1CB4FF18AF30}" type="presOf" srcId="{90D6A358-A3DD-404D-ACD0-C61837EE6183}" destId="{C9A21A65-B6EE-4653-BD5F-DC1E13D5C966}" srcOrd="0" destOrd="0" presId="urn:microsoft.com/office/officeart/2005/8/layout/bList2#1"/>
    <dgm:cxn modelId="{30C575B3-2859-4FAD-8C55-995F12415387}" type="presOf" srcId="{28EFE0D4-6224-4C3A-BB42-D041EF92A384}" destId="{FBD9B0DC-2568-4F7F-9966-340AFCB7B45B}" srcOrd="0" destOrd="0" presId="urn:microsoft.com/office/officeart/2005/8/layout/bList2#1"/>
    <dgm:cxn modelId="{B3EBFBB6-9C94-4BB5-9078-E7EEB5AE14E1}" type="presOf" srcId="{DDF4A183-9161-4056-8E14-8E20BC330C98}" destId="{35601256-DA7F-41B9-ABEE-0A40122F54E8}" srcOrd="0" destOrd="0" presId="urn:microsoft.com/office/officeart/2005/8/layout/bList2#1"/>
    <dgm:cxn modelId="{9565ECBA-E62C-4039-983E-6C873316A560}" type="presOf" srcId="{57F03C78-01DE-4809-8990-79EDF8C2AC46}" destId="{DB240440-BF74-41E5-9528-1D6915ADFD1A}" srcOrd="1" destOrd="0" presId="urn:microsoft.com/office/officeart/2005/8/layout/bList2#1"/>
    <dgm:cxn modelId="{571A8CFD-1CAB-4C38-A1D2-3B06DCD3F2F6}" type="presOf" srcId="{E31907DD-F69E-4900-B2B3-BE507F5BE4A8}" destId="{855309A8-32E7-4401-8C6D-FC469C20C218}" srcOrd="0" destOrd="0" presId="urn:microsoft.com/office/officeart/2005/8/layout/bList2#1"/>
    <dgm:cxn modelId="{BE33BB0B-578E-4A95-8E24-19CF1D73F71A}" type="presParOf" srcId="{36A6CA94-2436-45C6-9728-3EA8E542E311}" destId="{C2B08BE7-70F0-4173-9EF4-6BDB1A1C2AC6}" srcOrd="0" destOrd="0" presId="urn:microsoft.com/office/officeart/2005/8/layout/bList2#1"/>
    <dgm:cxn modelId="{E8EDC381-3E46-4381-AA2E-E0EC0EA59E02}" type="presParOf" srcId="{C2B08BE7-70F0-4173-9EF4-6BDB1A1C2AC6}" destId="{7E61CAB5-CB71-4823-A2AA-0E18F4411FD9}" srcOrd="0" destOrd="0" presId="urn:microsoft.com/office/officeart/2005/8/layout/bList2#1"/>
    <dgm:cxn modelId="{70063DF7-2FDF-47B7-A78D-B0CB8D5EC8CA}" type="presParOf" srcId="{C2B08BE7-70F0-4173-9EF4-6BDB1A1C2AC6}" destId="{855309A8-32E7-4401-8C6D-FC469C20C218}" srcOrd="1" destOrd="0" presId="urn:microsoft.com/office/officeart/2005/8/layout/bList2#1"/>
    <dgm:cxn modelId="{D1A2F8D3-CA0B-4199-ADF5-01DF340C81CC}" type="presParOf" srcId="{C2B08BE7-70F0-4173-9EF4-6BDB1A1C2AC6}" destId="{E2DBBE91-7065-4E81-88AD-D29F6F44C15A}" srcOrd="2" destOrd="0" presId="urn:microsoft.com/office/officeart/2005/8/layout/bList2#1"/>
    <dgm:cxn modelId="{199C2B48-F3FD-4140-8131-F18B37940965}" type="presParOf" srcId="{C2B08BE7-70F0-4173-9EF4-6BDB1A1C2AC6}" destId="{1D94F7F5-232F-4537-BFBB-58DBFFFFFDB3}" srcOrd="3" destOrd="0" presId="urn:microsoft.com/office/officeart/2005/8/layout/bList2#1"/>
    <dgm:cxn modelId="{AD806F0E-A914-4B7A-9525-E6BC4C0C347B}" type="presParOf" srcId="{36A6CA94-2436-45C6-9728-3EA8E542E311}" destId="{23AB3B16-1D6B-4945-A3DE-B9A2C8106B1A}" srcOrd="1" destOrd="0" presId="urn:microsoft.com/office/officeart/2005/8/layout/bList2#1"/>
    <dgm:cxn modelId="{EEBB3226-8F7A-43FF-B85E-816B97A82F72}" type="presParOf" srcId="{36A6CA94-2436-45C6-9728-3EA8E542E311}" destId="{6074B812-F471-4080-900B-BCB7FD2BAAB1}" srcOrd="2" destOrd="0" presId="urn:microsoft.com/office/officeart/2005/8/layout/bList2#1"/>
    <dgm:cxn modelId="{C28EAA0E-C24E-403E-9DA4-71A37AFB98E2}" type="presParOf" srcId="{6074B812-F471-4080-900B-BCB7FD2BAAB1}" destId="{C9A21A65-B6EE-4653-BD5F-DC1E13D5C966}" srcOrd="0" destOrd="0" presId="urn:microsoft.com/office/officeart/2005/8/layout/bList2#1"/>
    <dgm:cxn modelId="{62DD5F06-9CAE-4725-89FF-BF73267F161E}" type="presParOf" srcId="{6074B812-F471-4080-900B-BCB7FD2BAAB1}" destId="{B6D0C8D8-2A7D-406F-8B48-DD1101644824}" srcOrd="1" destOrd="0" presId="urn:microsoft.com/office/officeart/2005/8/layout/bList2#1"/>
    <dgm:cxn modelId="{122D39CD-FDCC-4570-B916-70F4691699FE}" type="presParOf" srcId="{6074B812-F471-4080-900B-BCB7FD2BAAB1}" destId="{DB240440-BF74-41E5-9528-1D6915ADFD1A}" srcOrd="2" destOrd="0" presId="urn:microsoft.com/office/officeart/2005/8/layout/bList2#1"/>
    <dgm:cxn modelId="{C261A30A-56AF-4F59-9FD7-6178BA703EAD}" type="presParOf" srcId="{6074B812-F471-4080-900B-BCB7FD2BAAB1}" destId="{1E9374C2-7E60-468A-AF11-C6E9FA95CBEE}" srcOrd="3" destOrd="0" presId="urn:microsoft.com/office/officeart/2005/8/layout/bList2#1"/>
    <dgm:cxn modelId="{0ACCA3D3-75EB-4805-8218-A3F95AF82E2E}" type="presParOf" srcId="{36A6CA94-2436-45C6-9728-3EA8E542E311}" destId="{FBD9B0DC-2568-4F7F-9966-340AFCB7B45B}" srcOrd="3" destOrd="0" presId="urn:microsoft.com/office/officeart/2005/8/layout/bList2#1"/>
    <dgm:cxn modelId="{0C30563E-D2F5-481E-8152-67F44E3495CA}" type="presParOf" srcId="{36A6CA94-2436-45C6-9728-3EA8E542E311}" destId="{59305690-B85F-4FDC-B504-17E80BE5DA4E}" srcOrd="4" destOrd="0" presId="urn:microsoft.com/office/officeart/2005/8/layout/bList2#1"/>
    <dgm:cxn modelId="{3AC57F0C-84C0-4008-8ED2-9F623F98D1F3}" type="presParOf" srcId="{59305690-B85F-4FDC-B504-17E80BE5DA4E}" destId="{F1D60005-DD69-4281-BC22-C2B2E4D675A1}" srcOrd="0" destOrd="0" presId="urn:microsoft.com/office/officeart/2005/8/layout/bList2#1"/>
    <dgm:cxn modelId="{BF75065E-3053-4BB5-B5FF-66F64E32B516}" type="presParOf" srcId="{59305690-B85F-4FDC-B504-17E80BE5DA4E}" destId="{35601256-DA7F-41B9-ABEE-0A40122F54E8}" srcOrd="1" destOrd="0" presId="urn:microsoft.com/office/officeart/2005/8/layout/bList2#1"/>
    <dgm:cxn modelId="{341FFFD8-B725-4D83-8914-8607C2E3229E}" type="presParOf" srcId="{59305690-B85F-4FDC-B504-17E80BE5DA4E}" destId="{EA632D87-C014-4DB1-8DE4-35C3BBD4149C}" srcOrd="2" destOrd="0" presId="urn:microsoft.com/office/officeart/2005/8/layout/bList2#1"/>
    <dgm:cxn modelId="{FCFEB090-EA67-45C6-9CD2-90D3EE2B1466}" type="presParOf" srcId="{59305690-B85F-4FDC-B504-17E80BE5DA4E}" destId="{61D6BDD6-2B74-42B8-A4EB-9F142FE3AFBA}" srcOrd="3" destOrd="0" presId="urn:microsoft.com/office/officeart/2005/8/layout/b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4F12E3-FE17-4903-B4C9-498BFF110B89}" type="doc">
      <dgm:prSet loTypeId="urn:microsoft.com/office/officeart/2005/8/layout/pyramid2#1" loCatId="pyramid" qsTypeId="urn:microsoft.com/office/officeart/2005/8/quickstyle/simple1#1" qsCatId="simple" csTypeId="urn:microsoft.com/office/officeart/2005/8/colors/accent1_2#2" csCatId="accent1" phldr="1"/>
      <dgm:spPr/>
      <dgm:t>
        <a:bodyPr/>
        <a:lstStyle/>
        <a:p>
          <a:endParaRPr lang="en-US"/>
        </a:p>
      </dgm:t>
    </dgm:pt>
    <dgm:pt modelId="{BC5A1082-5568-464C-8542-7EF6C45FFFE6}">
      <dgm:prSet custT="1"/>
      <dgm:spPr>
        <a:ln>
          <a:solidFill>
            <a:schemeClr val="tx1"/>
          </a:solidFill>
        </a:ln>
      </dgm:spPr>
      <dgm:t>
        <a:bodyPr/>
        <a:lstStyle/>
        <a:p>
          <a:r>
            <a:rPr lang="en-US" sz="2000" b="1" kern="1200" dirty="0">
              <a:solidFill>
                <a:schemeClr val="tx1">
                  <a:lumMod val="75000"/>
                  <a:lumOff val="25000"/>
                </a:schemeClr>
              </a:solidFill>
              <a:latin typeface="+mn-lt"/>
              <a:ea typeface="+mn-ea"/>
              <a:cs typeface="+mn-cs"/>
            </a:rPr>
            <a:t>PRESENTATION LAYER</a:t>
          </a:r>
        </a:p>
      </dgm:t>
    </dgm:pt>
    <dgm:pt modelId="{63125FAF-1D7B-4F5E-9F9B-9C167D65A8E0}" type="parTrans" cxnId="{5D07CCFB-BC89-4529-AFCB-06A3CAAD058F}">
      <dgm:prSet/>
      <dgm:spPr/>
      <dgm:t>
        <a:bodyPr/>
        <a:lstStyle/>
        <a:p>
          <a:endParaRPr lang="en-US"/>
        </a:p>
      </dgm:t>
    </dgm:pt>
    <dgm:pt modelId="{BFF5F0FD-B2D7-48F9-8052-E2C75D8354F1}" type="sibTrans" cxnId="{5D07CCFB-BC89-4529-AFCB-06A3CAAD058F}">
      <dgm:prSet/>
      <dgm:spPr/>
      <dgm:t>
        <a:bodyPr/>
        <a:lstStyle/>
        <a:p>
          <a:endParaRPr lang="en-US"/>
        </a:p>
      </dgm:t>
    </dgm:pt>
    <dgm:pt modelId="{571C2ED6-66E9-4E9F-8978-30AB0D161CF3}">
      <dgm:prSet custT="1"/>
      <dgm:spPr>
        <a:ln>
          <a:solidFill>
            <a:schemeClr val="tx1"/>
          </a:solidFill>
        </a:ln>
      </dgm:spPr>
      <dgm:t>
        <a:bodyPr/>
        <a:lstStyle/>
        <a:p>
          <a:r>
            <a:rPr lang="en-US" sz="2000" b="1" kern="1200" dirty="0">
              <a:solidFill>
                <a:schemeClr val="tx1">
                  <a:lumMod val="75000"/>
                  <a:lumOff val="25000"/>
                </a:schemeClr>
              </a:solidFill>
              <a:latin typeface="+mn-lt"/>
              <a:ea typeface="+mn-ea"/>
              <a:cs typeface="+mn-cs"/>
            </a:rPr>
            <a:t>THE DATA LAYER</a:t>
          </a:r>
          <a:endParaRPr lang="en-US" sz="2300" kern="1200" dirty="0"/>
        </a:p>
      </dgm:t>
    </dgm:pt>
    <dgm:pt modelId="{29C37C83-1729-49BA-BC1E-6235F278DBE7}" type="parTrans" cxnId="{0E722CA3-7A3F-4864-BA02-7489CA02C8D9}">
      <dgm:prSet/>
      <dgm:spPr/>
      <dgm:t>
        <a:bodyPr/>
        <a:lstStyle/>
        <a:p>
          <a:endParaRPr lang="en-US"/>
        </a:p>
      </dgm:t>
    </dgm:pt>
    <dgm:pt modelId="{9C1A1ED3-456F-4526-BECA-16C5765CFAE7}" type="sibTrans" cxnId="{0E722CA3-7A3F-4864-BA02-7489CA02C8D9}">
      <dgm:prSet/>
      <dgm:spPr/>
      <dgm:t>
        <a:bodyPr/>
        <a:lstStyle/>
        <a:p>
          <a:endParaRPr lang="en-US"/>
        </a:p>
      </dgm:t>
    </dgm:pt>
    <dgm:pt modelId="{0B0F9AAB-7620-44DA-B7DB-12DF89C35F6A}">
      <dgm:prSet custT="1"/>
      <dgm:spPr>
        <a:ln>
          <a:solidFill>
            <a:schemeClr val="tx1"/>
          </a:solidFill>
        </a:ln>
      </dgm:spPr>
      <dgm:t>
        <a:bodyPr/>
        <a:lstStyle/>
        <a:p>
          <a:r>
            <a:rPr lang="en-US" sz="2000" b="1" kern="1200" dirty="0">
              <a:solidFill>
                <a:schemeClr val="tx1">
                  <a:lumMod val="75000"/>
                  <a:lumOff val="25000"/>
                </a:schemeClr>
              </a:solidFill>
              <a:latin typeface="+mn-lt"/>
              <a:ea typeface="+mn-ea"/>
              <a:cs typeface="+mn-cs"/>
            </a:rPr>
            <a:t>BUSINESS LAYER</a:t>
          </a:r>
        </a:p>
      </dgm:t>
    </dgm:pt>
    <dgm:pt modelId="{21B64587-1CC3-4EDC-9C46-52FCC900B5DD}" type="sibTrans" cxnId="{DED985CD-1054-43CF-8A21-56AC8174480F}">
      <dgm:prSet/>
      <dgm:spPr/>
      <dgm:t>
        <a:bodyPr/>
        <a:lstStyle/>
        <a:p>
          <a:endParaRPr lang="en-US"/>
        </a:p>
      </dgm:t>
    </dgm:pt>
    <dgm:pt modelId="{71003476-B979-4A76-A467-CC6FDC002084}" type="parTrans" cxnId="{DED985CD-1054-43CF-8A21-56AC8174480F}">
      <dgm:prSet/>
      <dgm:spPr/>
      <dgm:t>
        <a:bodyPr/>
        <a:lstStyle/>
        <a:p>
          <a:endParaRPr lang="en-US"/>
        </a:p>
      </dgm:t>
    </dgm:pt>
    <dgm:pt modelId="{8B0E676E-4C64-4B94-9CF3-04C22F606470}" type="pres">
      <dgm:prSet presAssocID="{444F12E3-FE17-4903-B4C9-498BFF110B89}" presName="compositeShape" presStyleCnt="0">
        <dgm:presLayoutVars>
          <dgm:dir/>
          <dgm:resizeHandles/>
        </dgm:presLayoutVars>
      </dgm:prSet>
      <dgm:spPr/>
    </dgm:pt>
    <dgm:pt modelId="{E5ED6B96-D80D-4209-B991-E95026DF9B28}" type="pres">
      <dgm:prSet presAssocID="{444F12E3-FE17-4903-B4C9-498BFF110B89}" presName="pyramid" presStyleLbl="node1" presStyleIdx="0" presStyleCnt="1" custScaleX="111159" custLinFactNeighborX="0" custLinFactNeighborY="-958"/>
      <dgm:spPr>
        <a:gradFill flip="none" rotWithShape="0">
          <a:gsLst>
            <a:gs pos="0">
              <a:srgbClr val="969696">
                <a:tint val="66000"/>
                <a:satMod val="160000"/>
              </a:srgbClr>
            </a:gs>
            <a:gs pos="50000">
              <a:srgbClr val="969696">
                <a:tint val="44500"/>
                <a:satMod val="160000"/>
              </a:srgbClr>
            </a:gs>
            <a:gs pos="100000">
              <a:srgbClr val="969696">
                <a:tint val="23500"/>
                <a:satMod val="160000"/>
              </a:srgbClr>
            </a:gs>
          </a:gsLst>
          <a:lin ang="16200000" scaled="1"/>
          <a:tileRect/>
        </a:gradFill>
        <a:ln>
          <a:noFill/>
        </a:ln>
      </dgm:spPr>
    </dgm:pt>
    <dgm:pt modelId="{28F10F33-4CB3-41A2-825F-E085B0E65FB1}" type="pres">
      <dgm:prSet presAssocID="{444F12E3-FE17-4903-B4C9-498BFF110B89}" presName="theList" presStyleCnt="0"/>
      <dgm:spPr/>
    </dgm:pt>
    <dgm:pt modelId="{3AC2C2B4-3786-4037-A0ED-0C683EE908D7}" type="pres">
      <dgm:prSet presAssocID="{571C2ED6-66E9-4E9F-8978-30AB0D161CF3}" presName="aNode" presStyleLbl="fgAcc1" presStyleIdx="0" presStyleCnt="3">
        <dgm:presLayoutVars>
          <dgm:bulletEnabled val="1"/>
        </dgm:presLayoutVars>
      </dgm:prSet>
      <dgm:spPr/>
    </dgm:pt>
    <dgm:pt modelId="{B353B6A7-1CE4-4BF8-8978-8FDD62AEC937}" type="pres">
      <dgm:prSet presAssocID="{571C2ED6-66E9-4E9F-8978-30AB0D161CF3}" presName="aSpace" presStyleCnt="0"/>
      <dgm:spPr/>
    </dgm:pt>
    <dgm:pt modelId="{74685C7F-8A01-4A97-A77D-D3DB775A60CA}" type="pres">
      <dgm:prSet presAssocID="{0B0F9AAB-7620-44DA-B7DB-12DF89C35F6A}" presName="aNode" presStyleLbl="fgAcc1" presStyleIdx="1" presStyleCnt="3">
        <dgm:presLayoutVars>
          <dgm:bulletEnabled val="1"/>
        </dgm:presLayoutVars>
      </dgm:prSet>
      <dgm:spPr/>
    </dgm:pt>
    <dgm:pt modelId="{429748C9-F9DF-4E33-B00F-580271C471A5}" type="pres">
      <dgm:prSet presAssocID="{0B0F9AAB-7620-44DA-B7DB-12DF89C35F6A}" presName="aSpace" presStyleCnt="0"/>
      <dgm:spPr/>
    </dgm:pt>
    <dgm:pt modelId="{11A3B854-2CB0-4E5F-9722-F18CC18A78E7}" type="pres">
      <dgm:prSet presAssocID="{BC5A1082-5568-464C-8542-7EF6C45FFFE6}" presName="aNode" presStyleLbl="fgAcc1" presStyleIdx="2" presStyleCnt="3">
        <dgm:presLayoutVars>
          <dgm:bulletEnabled val="1"/>
        </dgm:presLayoutVars>
      </dgm:prSet>
      <dgm:spPr/>
    </dgm:pt>
    <dgm:pt modelId="{FE8ED6D7-F1BE-47E8-9ED6-A696DC2BD55B}" type="pres">
      <dgm:prSet presAssocID="{BC5A1082-5568-464C-8542-7EF6C45FFFE6}" presName="aSpace" presStyleCnt="0"/>
      <dgm:spPr/>
    </dgm:pt>
  </dgm:ptLst>
  <dgm:cxnLst>
    <dgm:cxn modelId="{C6008922-4FAB-4FA9-9FD8-815D53961E65}" type="presOf" srcId="{BC5A1082-5568-464C-8542-7EF6C45FFFE6}" destId="{11A3B854-2CB0-4E5F-9722-F18CC18A78E7}" srcOrd="0" destOrd="0" presId="urn:microsoft.com/office/officeart/2005/8/layout/pyramid2#1"/>
    <dgm:cxn modelId="{3E821A55-E777-4846-ACB2-6E880CD2A6DB}" type="presOf" srcId="{444F12E3-FE17-4903-B4C9-498BFF110B89}" destId="{8B0E676E-4C64-4B94-9CF3-04C22F606470}" srcOrd="0" destOrd="0" presId="urn:microsoft.com/office/officeart/2005/8/layout/pyramid2#1"/>
    <dgm:cxn modelId="{E543907B-9C58-4F85-BB7E-8D12B00F62D4}" type="presOf" srcId="{571C2ED6-66E9-4E9F-8978-30AB0D161CF3}" destId="{3AC2C2B4-3786-4037-A0ED-0C683EE908D7}" srcOrd="0" destOrd="0" presId="urn:microsoft.com/office/officeart/2005/8/layout/pyramid2#1"/>
    <dgm:cxn modelId="{B8F93889-0A47-4DAF-A466-F361EF58EE55}" type="presOf" srcId="{0B0F9AAB-7620-44DA-B7DB-12DF89C35F6A}" destId="{74685C7F-8A01-4A97-A77D-D3DB775A60CA}" srcOrd="0" destOrd="0" presId="urn:microsoft.com/office/officeart/2005/8/layout/pyramid2#1"/>
    <dgm:cxn modelId="{0E722CA3-7A3F-4864-BA02-7489CA02C8D9}" srcId="{444F12E3-FE17-4903-B4C9-498BFF110B89}" destId="{571C2ED6-66E9-4E9F-8978-30AB0D161CF3}" srcOrd="0" destOrd="0" parTransId="{29C37C83-1729-49BA-BC1E-6235F278DBE7}" sibTransId="{9C1A1ED3-456F-4526-BECA-16C5765CFAE7}"/>
    <dgm:cxn modelId="{DED985CD-1054-43CF-8A21-56AC8174480F}" srcId="{444F12E3-FE17-4903-B4C9-498BFF110B89}" destId="{0B0F9AAB-7620-44DA-B7DB-12DF89C35F6A}" srcOrd="1" destOrd="0" parTransId="{71003476-B979-4A76-A467-CC6FDC002084}" sibTransId="{21B64587-1CC3-4EDC-9C46-52FCC900B5DD}"/>
    <dgm:cxn modelId="{5D07CCFB-BC89-4529-AFCB-06A3CAAD058F}" srcId="{444F12E3-FE17-4903-B4C9-498BFF110B89}" destId="{BC5A1082-5568-464C-8542-7EF6C45FFFE6}" srcOrd="2" destOrd="0" parTransId="{63125FAF-1D7B-4F5E-9F9B-9C167D65A8E0}" sibTransId="{BFF5F0FD-B2D7-48F9-8052-E2C75D8354F1}"/>
    <dgm:cxn modelId="{71D6AAC4-AEEA-4ECE-BD80-C5A31BFD53E5}" type="presParOf" srcId="{8B0E676E-4C64-4B94-9CF3-04C22F606470}" destId="{E5ED6B96-D80D-4209-B991-E95026DF9B28}" srcOrd="0" destOrd="0" presId="urn:microsoft.com/office/officeart/2005/8/layout/pyramid2#1"/>
    <dgm:cxn modelId="{EC3B638A-E48F-4963-9949-7A35729C1519}" type="presParOf" srcId="{8B0E676E-4C64-4B94-9CF3-04C22F606470}" destId="{28F10F33-4CB3-41A2-825F-E085B0E65FB1}" srcOrd="1" destOrd="0" presId="urn:microsoft.com/office/officeart/2005/8/layout/pyramid2#1"/>
    <dgm:cxn modelId="{A7BB9B53-51A3-437C-B26A-A36BCB9F07CD}" type="presParOf" srcId="{28F10F33-4CB3-41A2-825F-E085B0E65FB1}" destId="{3AC2C2B4-3786-4037-A0ED-0C683EE908D7}" srcOrd="0" destOrd="0" presId="urn:microsoft.com/office/officeart/2005/8/layout/pyramid2#1"/>
    <dgm:cxn modelId="{5DA2AA04-30FA-4711-B9D7-2827413B603B}" type="presParOf" srcId="{28F10F33-4CB3-41A2-825F-E085B0E65FB1}" destId="{B353B6A7-1CE4-4BF8-8978-8FDD62AEC937}" srcOrd="1" destOrd="0" presId="urn:microsoft.com/office/officeart/2005/8/layout/pyramid2#1"/>
    <dgm:cxn modelId="{FC053D52-C652-466B-98F7-AC5F5D9D446B}" type="presParOf" srcId="{28F10F33-4CB3-41A2-825F-E085B0E65FB1}" destId="{74685C7F-8A01-4A97-A77D-D3DB775A60CA}" srcOrd="2" destOrd="0" presId="urn:microsoft.com/office/officeart/2005/8/layout/pyramid2#1"/>
    <dgm:cxn modelId="{B8164FBA-CE8A-4DE1-8538-5463CA9C8F40}" type="presParOf" srcId="{28F10F33-4CB3-41A2-825F-E085B0E65FB1}" destId="{429748C9-F9DF-4E33-B00F-580271C471A5}" srcOrd="3" destOrd="0" presId="urn:microsoft.com/office/officeart/2005/8/layout/pyramid2#1"/>
    <dgm:cxn modelId="{13AC51BD-351F-4AC4-BF8B-50833C948B91}" type="presParOf" srcId="{28F10F33-4CB3-41A2-825F-E085B0E65FB1}" destId="{11A3B854-2CB0-4E5F-9722-F18CC18A78E7}" srcOrd="4" destOrd="0" presId="urn:microsoft.com/office/officeart/2005/8/layout/pyramid2#1"/>
    <dgm:cxn modelId="{E717FCD0-3A07-46B5-8EA1-9067AAF289DE}" type="presParOf" srcId="{28F10F33-4CB3-41A2-825F-E085B0E65FB1}" destId="{FE8ED6D7-F1BE-47E8-9ED6-A696DC2BD55B}" srcOrd="5" destOrd="0" presId="urn:microsoft.com/office/officeart/2005/8/layout/pyramid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B212F1-0089-4C48-8362-542D060FA633}" type="doc">
      <dgm:prSet loTypeId="urn:microsoft.com/office/officeart/2011/layout/TabList#1" loCatId="list" qsTypeId="urn:microsoft.com/office/officeart/2005/8/quickstyle/simple1#2" qsCatId="simple" csTypeId="urn:microsoft.com/office/officeart/2005/8/colors/accent1_2#3" csCatId="accent1" phldr="1"/>
      <dgm:spPr/>
      <dgm:t>
        <a:bodyPr/>
        <a:lstStyle/>
        <a:p>
          <a:endParaRPr lang="en-US"/>
        </a:p>
      </dgm:t>
    </dgm:pt>
    <dgm:pt modelId="{74AB0E33-4DB5-4D64-AAF6-D1DF705D82C8}">
      <dgm:prSet phldrT="[Text]"/>
      <dgm:spPr>
        <a:gradFill flip="none" rotWithShape="0">
          <a:gsLst>
            <a:gs pos="0">
              <a:srgbClr val="DED8E4">
                <a:shade val="30000"/>
                <a:satMod val="115000"/>
              </a:srgbClr>
            </a:gs>
            <a:gs pos="50000">
              <a:srgbClr val="DED8E4">
                <a:shade val="67500"/>
                <a:satMod val="115000"/>
              </a:srgbClr>
            </a:gs>
            <a:gs pos="100000">
              <a:srgbClr val="DED8E4">
                <a:shade val="100000"/>
                <a:satMod val="115000"/>
              </a:srgbClr>
            </a:gs>
          </a:gsLst>
          <a:lin ang="0" scaled="1"/>
          <a:tileRect/>
        </a:gradFill>
        <a:ln>
          <a:solidFill>
            <a:schemeClr val="tx1"/>
          </a:solidFill>
        </a:ln>
      </dgm:spPr>
      <dgm:t>
        <a:bodyPr/>
        <a:lstStyle/>
        <a:p>
          <a:r>
            <a:rPr lang="en-US" b="1" dirty="0">
              <a:solidFill>
                <a:schemeClr val="tx1">
                  <a:lumMod val="75000"/>
                  <a:lumOff val="25000"/>
                </a:schemeClr>
              </a:solidFill>
              <a:latin typeface="+mn-lt"/>
              <a:ea typeface="+mn-ea"/>
              <a:cs typeface="+mn-cs"/>
            </a:rPr>
            <a:t>THE DATA LAYER</a:t>
          </a:r>
          <a:endParaRPr lang="en-US" dirty="0"/>
        </a:p>
      </dgm:t>
    </dgm:pt>
    <dgm:pt modelId="{95614900-D8C8-4FC7-B58A-5FE3E80DC6EE}" type="parTrans" cxnId="{ED975573-0766-4193-BC77-99240C377E37}">
      <dgm:prSet/>
      <dgm:spPr/>
      <dgm:t>
        <a:bodyPr/>
        <a:lstStyle/>
        <a:p>
          <a:endParaRPr lang="en-US"/>
        </a:p>
      </dgm:t>
    </dgm:pt>
    <dgm:pt modelId="{C3EC6E31-4FD9-42BF-8528-33DA0D0C823A}" type="sibTrans" cxnId="{ED975573-0766-4193-BC77-99240C377E37}">
      <dgm:prSet/>
      <dgm:spPr/>
      <dgm:t>
        <a:bodyPr/>
        <a:lstStyle/>
        <a:p>
          <a:endParaRPr lang="en-US"/>
        </a:p>
      </dgm:t>
    </dgm:pt>
    <dgm:pt modelId="{BE11B51B-BEEE-43F2-8BA3-B49E51F0D5FF}">
      <dgm:prSet phldrT="[Text]" custT="1"/>
      <dgm:spPr/>
      <dgm:t>
        <a:bodyPr/>
        <a:lstStyle/>
        <a:p>
          <a:pPr marL="0" algn="l" defTabSz="914400" rtl="0" eaLnBrk="1" latinLnBrk="0" hangingPunct="1"/>
          <a:endParaRPr lang="en-US" sz="2000" b="1" kern="1200" dirty="0">
            <a:solidFill>
              <a:schemeClr val="tx1">
                <a:lumMod val="75000"/>
                <a:lumOff val="25000"/>
              </a:schemeClr>
            </a:solidFill>
            <a:latin typeface="+mn-lt"/>
            <a:ea typeface="+mn-ea"/>
            <a:cs typeface="+mn-cs"/>
          </a:endParaRPr>
        </a:p>
      </dgm:t>
    </dgm:pt>
    <dgm:pt modelId="{7A46B78F-8096-4352-BA00-6A8CBAC1BE8B}" type="parTrans" cxnId="{760A2412-BA9D-49B5-850E-67FDAF5CFF9F}">
      <dgm:prSet/>
      <dgm:spPr/>
      <dgm:t>
        <a:bodyPr/>
        <a:lstStyle/>
        <a:p>
          <a:endParaRPr lang="en-US"/>
        </a:p>
      </dgm:t>
    </dgm:pt>
    <dgm:pt modelId="{002546C0-CA55-41DF-8A09-F8B02791D1A8}" type="sibTrans" cxnId="{760A2412-BA9D-49B5-850E-67FDAF5CFF9F}">
      <dgm:prSet/>
      <dgm:spPr/>
      <dgm:t>
        <a:bodyPr/>
        <a:lstStyle/>
        <a:p>
          <a:endParaRPr lang="en-US"/>
        </a:p>
      </dgm:t>
    </dgm:pt>
    <dgm:pt modelId="{D0DA5843-AE2D-4A37-8D58-4F41CEED0124}">
      <dgm:prSet phldrT="[Text]" custT="1"/>
      <dgm:spPr>
        <a:solidFill>
          <a:schemeClr val="accent2">
            <a:lumMod val="20000"/>
            <a:lumOff val="80000"/>
          </a:schemeClr>
        </a:solidFill>
        <a:ln>
          <a:noFill/>
        </a:ln>
      </dgm:spPr>
      <dgm:t>
        <a:bodyPr/>
        <a:lstStyle/>
        <a:p>
          <a: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The data layer is a separate component (often setup as a separate single or group of projects in a .NET solution), whose sole purpose is to serve up the data from the database and return it to the caller.</a:t>
          </a:r>
        </a:p>
      </dgm:t>
    </dgm:pt>
    <dgm:pt modelId="{6E1B3D9F-50FD-4A18-ABBC-091B8F2318A2}" type="parTrans" cxnId="{3F705387-57AE-429D-9A41-F23CBCD74C4A}">
      <dgm:prSet/>
      <dgm:spPr/>
      <dgm:t>
        <a:bodyPr/>
        <a:lstStyle/>
        <a:p>
          <a:endParaRPr lang="en-US"/>
        </a:p>
      </dgm:t>
    </dgm:pt>
    <dgm:pt modelId="{0B41C2F9-003A-4986-8298-2A0A48E1EE81}" type="sibTrans" cxnId="{3F705387-57AE-429D-9A41-F23CBCD74C4A}">
      <dgm:prSet/>
      <dgm:spPr/>
      <dgm:t>
        <a:bodyPr/>
        <a:lstStyle/>
        <a:p>
          <a:endParaRPr lang="en-US"/>
        </a:p>
      </dgm:t>
    </dgm:pt>
    <dgm:pt modelId="{43E91D29-C25D-4981-8947-0B8DAB197BFD}">
      <dgm:prSet phldrT="[Text]"/>
      <dgm:spPr>
        <a:gradFill flip="none" rotWithShape="0">
          <a:gsLst>
            <a:gs pos="0">
              <a:srgbClr val="DED8E4">
                <a:shade val="30000"/>
                <a:satMod val="115000"/>
              </a:srgbClr>
            </a:gs>
            <a:gs pos="50000">
              <a:srgbClr val="DED8E4">
                <a:shade val="67500"/>
                <a:satMod val="115000"/>
              </a:srgbClr>
            </a:gs>
            <a:gs pos="100000">
              <a:srgbClr val="DED8E4">
                <a:shade val="100000"/>
                <a:satMod val="115000"/>
              </a:srgbClr>
            </a:gs>
          </a:gsLst>
          <a:lin ang="0" scaled="1"/>
          <a:tileRect/>
        </a:gradFill>
        <a:ln>
          <a:solidFill>
            <a:schemeClr val="tx1"/>
          </a:solidFill>
        </a:ln>
      </dgm:spPr>
      <dgm:t>
        <a:bodyPr/>
        <a:lstStyle/>
        <a:p>
          <a:r>
            <a:rPr lang="en-US" b="1" dirty="0">
              <a:solidFill>
                <a:schemeClr val="tx1">
                  <a:lumMod val="75000"/>
                  <a:lumOff val="25000"/>
                </a:schemeClr>
              </a:solidFill>
              <a:latin typeface="+mn-lt"/>
              <a:ea typeface="+mn-ea"/>
              <a:cs typeface="+mn-cs"/>
            </a:rPr>
            <a:t>BUSINESS LAYER</a:t>
          </a:r>
          <a:endParaRPr lang="en-US" dirty="0"/>
        </a:p>
      </dgm:t>
    </dgm:pt>
    <dgm:pt modelId="{4E600BAF-CB74-413F-897C-061A73E656BF}" type="parTrans" cxnId="{0190ED46-F094-4847-A08A-DBE7A1B22355}">
      <dgm:prSet/>
      <dgm:spPr/>
      <dgm:t>
        <a:bodyPr/>
        <a:lstStyle/>
        <a:p>
          <a:endParaRPr lang="en-US"/>
        </a:p>
      </dgm:t>
    </dgm:pt>
    <dgm:pt modelId="{FF1A4F71-F149-4614-839D-4AAD31746C5B}" type="sibTrans" cxnId="{0190ED46-F094-4847-A08A-DBE7A1B22355}">
      <dgm:prSet/>
      <dgm:spPr/>
      <dgm:t>
        <a:bodyPr/>
        <a:lstStyle/>
        <a:p>
          <a:endParaRPr lang="en-US"/>
        </a:p>
      </dgm:t>
    </dgm:pt>
    <dgm:pt modelId="{D4D232F1-FA4D-403D-AD57-5199474DD831}">
      <dgm:prSet phldrT="[Text]"/>
      <dgm:spPr/>
      <dgm:t>
        <a:bodyPr/>
        <a:lstStyle/>
        <a:p>
          <a:pPr rtl="0"/>
          <a:endParaRPr lang="en-US" dirty="0"/>
        </a:p>
      </dgm:t>
    </dgm:pt>
    <dgm:pt modelId="{6D7D3FA3-95F5-4BA6-96D2-F922BCB25F41}" type="parTrans" cxnId="{44A2D12F-4ED9-4193-AD3A-F005DECDA9F3}">
      <dgm:prSet/>
      <dgm:spPr/>
      <dgm:t>
        <a:bodyPr/>
        <a:lstStyle/>
        <a:p>
          <a:endParaRPr lang="en-US"/>
        </a:p>
      </dgm:t>
    </dgm:pt>
    <dgm:pt modelId="{710822EF-588E-4C40-9EF7-CD98D95037CB}" type="sibTrans" cxnId="{44A2D12F-4ED9-4193-AD3A-F005DECDA9F3}">
      <dgm:prSet/>
      <dgm:spPr/>
      <dgm:t>
        <a:bodyPr/>
        <a:lstStyle/>
        <a:p>
          <a:endParaRPr lang="en-US"/>
        </a:p>
      </dgm:t>
    </dgm:pt>
    <dgm:pt modelId="{0C919CAC-67AC-4ED4-B1B2-1A2B4DACD3CC}">
      <dgm:prSet phldrT="[Text]" custT="1"/>
      <dgm:spPr>
        <a:solidFill>
          <a:schemeClr val="accent2">
            <a:lumMod val="20000"/>
            <a:lumOff val="80000"/>
          </a:schemeClr>
        </a:solidFill>
      </dgm:spPr>
      <dgm:t>
        <a:bodyPr/>
        <a:lstStyle/>
        <a:p>
          <a: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The business layer is vital in that it validates the input conditions before calling a method from the data layer.</a:t>
          </a:r>
        </a:p>
      </dgm:t>
    </dgm:pt>
    <dgm:pt modelId="{5AEB624C-EC5E-4582-83F0-8D6AA41C44A5}" type="parTrans" cxnId="{9CC0B65F-F5DF-4546-A5F0-7D3C29BCDC26}">
      <dgm:prSet/>
      <dgm:spPr/>
      <dgm:t>
        <a:bodyPr/>
        <a:lstStyle/>
        <a:p>
          <a:endParaRPr lang="en-US"/>
        </a:p>
      </dgm:t>
    </dgm:pt>
    <dgm:pt modelId="{FE79E3BF-60DD-4AAA-8796-9C50BF3BA553}" type="sibTrans" cxnId="{9CC0B65F-F5DF-4546-A5F0-7D3C29BCDC26}">
      <dgm:prSet/>
      <dgm:spPr/>
      <dgm:t>
        <a:bodyPr/>
        <a:lstStyle/>
        <a:p>
          <a:endParaRPr lang="en-US"/>
        </a:p>
      </dgm:t>
    </dgm:pt>
    <dgm:pt modelId="{6CFB22EC-07EA-4E47-8106-02447728E6D7}">
      <dgm:prSet phldrT="[Text]"/>
      <dgm:spPr>
        <a:gradFill flip="none" rotWithShape="0">
          <a:gsLst>
            <a:gs pos="0">
              <a:srgbClr val="DED8E4">
                <a:shade val="30000"/>
                <a:satMod val="115000"/>
              </a:srgbClr>
            </a:gs>
            <a:gs pos="50000">
              <a:srgbClr val="DED8E4">
                <a:shade val="67500"/>
                <a:satMod val="115000"/>
              </a:srgbClr>
            </a:gs>
            <a:gs pos="100000">
              <a:srgbClr val="DED8E4">
                <a:shade val="100000"/>
                <a:satMod val="115000"/>
              </a:srgbClr>
            </a:gs>
          </a:gsLst>
          <a:lin ang="0" scaled="1"/>
          <a:tileRect/>
        </a:gradFill>
        <a:ln>
          <a:solidFill>
            <a:schemeClr val="tx1"/>
          </a:solidFill>
        </a:ln>
      </dgm:spPr>
      <dgm:t>
        <a:bodyPr/>
        <a:lstStyle/>
        <a:p>
          <a:r>
            <a:rPr lang="en-US" b="1" dirty="0">
              <a:solidFill>
                <a:schemeClr val="tx1">
                  <a:lumMod val="75000"/>
                  <a:lumOff val="25000"/>
                </a:schemeClr>
              </a:solidFill>
              <a:latin typeface="+mn-lt"/>
              <a:ea typeface="+mn-ea"/>
              <a:cs typeface="+mn-cs"/>
            </a:rPr>
            <a:t>PRESENTATION LAYER</a:t>
          </a:r>
          <a:endParaRPr lang="en-US" dirty="0"/>
        </a:p>
      </dgm:t>
    </dgm:pt>
    <dgm:pt modelId="{FF4F55D9-EB9B-4079-AD75-5077F1CF97B3}" type="parTrans" cxnId="{2FF59923-8004-4C97-9A84-56880F250C24}">
      <dgm:prSet/>
      <dgm:spPr/>
      <dgm:t>
        <a:bodyPr/>
        <a:lstStyle/>
        <a:p>
          <a:endParaRPr lang="en-US"/>
        </a:p>
      </dgm:t>
    </dgm:pt>
    <dgm:pt modelId="{FE488818-B530-4FD2-9542-5B93E6E02800}" type="sibTrans" cxnId="{2FF59923-8004-4C97-9A84-56880F250C24}">
      <dgm:prSet/>
      <dgm:spPr/>
      <dgm:t>
        <a:bodyPr/>
        <a:lstStyle/>
        <a:p>
          <a:endParaRPr lang="en-US"/>
        </a:p>
      </dgm:t>
    </dgm:pt>
    <dgm:pt modelId="{E07BCAD1-3F0A-4C1C-BC57-79AA549C14E0}">
      <dgm:prSet phldrT="[Text]"/>
      <dgm:spPr/>
      <dgm:t>
        <a:bodyPr/>
        <a:lstStyle/>
        <a:p>
          <a:pPr rtl="0"/>
          <a:endParaRPr lang="en-US" dirty="0"/>
        </a:p>
      </dgm:t>
    </dgm:pt>
    <dgm:pt modelId="{ACE57661-2CB0-438B-869B-D81358A548DA}" type="parTrans" cxnId="{8ADD9C2E-567E-4B02-AB72-BB8A4FB97859}">
      <dgm:prSet/>
      <dgm:spPr/>
      <dgm:t>
        <a:bodyPr/>
        <a:lstStyle/>
        <a:p>
          <a:endParaRPr lang="en-US"/>
        </a:p>
      </dgm:t>
    </dgm:pt>
    <dgm:pt modelId="{31B955A1-B5B9-4A87-9C22-25952A13373E}" type="sibTrans" cxnId="{8ADD9C2E-567E-4B02-AB72-BB8A4FB97859}">
      <dgm:prSet/>
      <dgm:spPr/>
      <dgm:t>
        <a:bodyPr/>
        <a:lstStyle/>
        <a:p>
          <a:endParaRPr lang="en-US"/>
        </a:p>
      </dgm:t>
    </dgm:pt>
    <dgm:pt modelId="{36DB68CA-5190-44A7-BED6-1D2A68252629}">
      <dgm:prSet phldrT="[Text]" custT="1"/>
      <dgm:spPr>
        <a:solidFill>
          <a:schemeClr val="accent2">
            <a:lumMod val="20000"/>
            <a:lumOff val="80000"/>
          </a:schemeClr>
        </a:solidFill>
      </dgm:spPr>
      <dgm:t>
        <a:bodyPr/>
        <a:lstStyle/>
        <a:p>
          <a: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The presentation layer is the most important layer simply because it’s the one that everyone sees and uses.</a:t>
          </a:r>
        </a:p>
      </dgm:t>
    </dgm:pt>
    <dgm:pt modelId="{4A593B6A-EE4C-4C9A-BCDF-66D01A95AFD8}" type="parTrans" cxnId="{1AAED117-234F-42B3-AD38-8F0B9DF56709}">
      <dgm:prSet/>
      <dgm:spPr/>
      <dgm:t>
        <a:bodyPr/>
        <a:lstStyle/>
        <a:p>
          <a:endParaRPr lang="en-US"/>
        </a:p>
      </dgm:t>
    </dgm:pt>
    <dgm:pt modelId="{5231C427-57D0-483E-B4BA-65848BED9770}" type="sibTrans" cxnId="{1AAED117-234F-42B3-AD38-8F0B9DF56709}">
      <dgm:prSet/>
      <dgm:spPr/>
      <dgm:t>
        <a:bodyPr/>
        <a:lstStyle/>
        <a:p>
          <a:endParaRPr lang="en-US"/>
        </a:p>
      </dgm:t>
    </dgm:pt>
    <dgm:pt modelId="{223C66A5-1210-49BD-B1AA-8CAB876FD197}" type="pres">
      <dgm:prSet presAssocID="{80B212F1-0089-4C48-8362-542D060FA633}" presName="Name0" presStyleCnt="0">
        <dgm:presLayoutVars>
          <dgm:chMax/>
          <dgm:chPref val="3"/>
          <dgm:dir/>
          <dgm:animOne val="branch"/>
          <dgm:animLvl val="lvl"/>
        </dgm:presLayoutVars>
      </dgm:prSet>
      <dgm:spPr/>
    </dgm:pt>
    <dgm:pt modelId="{FEFFC291-5475-4B50-A600-BF2CD0288D6E}" type="pres">
      <dgm:prSet presAssocID="{74AB0E33-4DB5-4D64-AAF6-D1DF705D82C8}" presName="composite" presStyleCnt="0"/>
      <dgm:spPr/>
    </dgm:pt>
    <dgm:pt modelId="{F6984F09-AA44-464F-BC1B-6D45F2B32D50}" type="pres">
      <dgm:prSet presAssocID="{74AB0E33-4DB5-4D64-AAF6-D1DF705D82C8}" presName="FirstChild" presStyleLbl="revTx" presStyleIdx="0" presStyleCnt="6">
        <dgm:presLayoutVars>
          <dgm:chMax val="0"/>
          <dgm:chPref val="0"/>
          <dgm:bulletEnabled val="1"/>
        </dgm:presLayoutVars>
      </dgm:prSet>
      <dgm:spPr/>
    </dgm:pt>
    <dgm:pt modelId="{B63357E8-6DAA-466B-9362-3A097E6BA124}" type="pres">
      <dgm:prSet presAssocID="{74AB0E33-4DB5-4D64-AAF6-D1DF705D82C8}" presName="Parent" presStyleLbl="alignNode1" presStyleIdx="0" presStyleCnt="3">
        <dgm:presLayoutVars>
          <dgm:chMax val="3"/>
          <dgm:chPref val="3"/>
          <dgm:bulletEnabled val="1"/>
        </dgm:presLayoutVars>
      </dgm:prSet>
      <dgm:spPr/>
    </dgm:pt>
    <dgm:pt modelId="{9D3D5DA1-C0C3-46B1-824F-54A81A028EE7}" type="pres">
      <dgm:prSet presAssocID="{74AB0E33-4DB5-4D64-AAF6-D1DF705D82C8}" presName="Accent" presStyleLbl="parChTrans1D1" presStyleIdx="0" presStyleCnt="3"/>
      <dgm:spPr/>
    </dgm:pt>
    <dgm:pt modelId="{B2CE4362-33D4-4728-8E07-FCEB331A3D84}" type="pres">
      <dgm:prSet presAssocID="{74AB0E33-4DB5-4D64-AAF6-D1DF705D82C8}" presName="Child" presStyleLbl="revTx" presStyleIdx="1" presStyleCnt="6">
        <dgm:presLayoutVars>
          <dgm:chMax val="0"/>
          <dgm:chPref val="0"/>
          <dgm:bulletEnabled val="1"/>
        </dgm:presLayoutVars>
      </dgm:prSet>
      <dgm:spPr/>
    </dgm:pt>
    <dgm:pt modelId="{F1C1E2BB-D8CD-41FC-8E87-7B585D6A554C}" type="pres">
      <dgm:prSet presAssocID="{C3EC6E31-4FD9-42BF-8528-33DA0D0C823A}" presName="sibTrans" presStyleCnt="0"/>
      <dgm:spPr/>
    </dgm:pt>
    <dgm:pt modelId="{C0B93B8F-9112-447F-A43E-5CB28F082B0E}" type="pres">
      <dgm:prSet presAssocID="{43E91D29-C25D-4981-8947-0B8DAB197BFD}" presName="composite" presStyleCnt="0"/>
      <dgm:spPr/>
    </dgm:pt>
    <dgm:pt modelId="{57F3D668-F922-48FF-9F31-11B5E6B50FD5}" type="pres">
      <dgm:prSet presAssocID="{43E91D29-C25D-4981-8947-0B8DAB197BFD}" presName="FirstChild" presStyleLbl="revTx" presStyleIdx="2" presStyleCnt="6">
        <dgm:presLayoutVars>
          <dgm:chMax val="0"/>
          <dgm:chPref val="0"/>
          <dgm:bulletEnabled val="1"/>
        </dgm:presLayoutVars>
      </dgm:prSet>
      <dgm:spPr/>
    </dgm:pt>
    <dgm:pt modelId="{1290EE65-D147-4BAF-9565-9B4C7559D97F}" type="pres">
      <dgm:prSet presAssocID="{43E91D29-C25D-4981-8947-0B8DAB197BFD}" presName="Parent" presStyleLbl="alignNode1" presStyleIdx="1" presStyleCnt="3">
        <dgm:presLayoutVars>
          <dgm:chMax val="3"/>
          <dgm:chPref val="3"/>
          <dgm:bulletEnabled val="1"/>
        </dgm:presLayoutVars>
      </dgm:prSet>
      <dgm:spPr/>
    </dgm:pt>
    <dgm:pt modelId="{0E74C399-35E6-4462-B6FD-61495A5CC705}" type="pres">
      <dgm:prSet presAssocID="{43E91D29-C25D-4981-8947-0B8DAB197BFD}" presName="Accent" presStyleLbl="parChTrans1D1" presStyleIdx="1" presStyleCnt="3"/>
      <dgm:spPr/>
    </dgm:pt>
    <dgm:pt modelId="{3C6697D9-A139-4CF8-8FB5-398163196078}" type="pres">
      <dgm:prSet presAssocID="{43E91D29-C25D-4981-8947-0B8DAB197BFD}" presName="Child" presStyleLbl="revTx" presStyleIdx="3" presStyleCnt="6">
        <dgm:presLayoutVars>
          <dgm:chMax val="0"/>
          <dgm:chPref val="0"/>
          <dgm:bulletEnabled val="1"/>
        </dgm:presLayoutVars>
      </dgm:prSet>
      <dgm:spPr/>
    </dgm:pt>
    <dgm:pt modelId="{E31879E4-D48A-4C71-8DFD-872CDEC06CF7}" type="pres">
      <dgm:prSet presAssocID="{FF1A4F71-F149-4614-839D-4AAD31746C5B}" presName="sibTrans" presStyleCnt="0"/>
      <dgm:spPr/>
    </dgm:pt>
    <dgm:pt modelId="{BA5B4372-B2AB-40A5-8971-E34F874595E1}" type="pres">
      <dgm:prSet presAssocID="{6CFB22EC-07EA-4E47-8106-02447728E6D7}" presName="composite" presStyleCnt="0"/>
      <dgm:spPr/>
    </dgm:pt>
    <dgm:pt modelId="{B1C1D101-7CE8-4D75-B36B-CA3FBB5542AF}" type="pres">
      <dgm:prSet presAssocID="{6CFB22EC-07EA-4E47-8106-02447728E6D7}" presName="FirstChild" presStyleLbl="revTx" presStyleIdx="4" presStyleCnt="6">
        <dgm:presLayoutVars>
          <dgm:chMax val="0"/>
          <dgm:chPref val="0"/>
          <dgm:bulletEnabled val="1"/>
        </dgm:presLayoutVars>
      </dgm:prSet>
      <dgm:spPr/>
    </dgm:pt>
    <dgm:pt modelId="{D82E858E-9637-480A-AAAC-30D682AA8535}" type="pres">
      <dgm:prSet presAssocID="{6CFB22EC-07EA-4E47-8106-02447728E6D7}" presName="Parent" presStyleLbl="alignNode1" presStyleIdx="2" presStyleCnt="3">
        <dgm:presLayoutVars>
          <dgm:chMax val="3"/>
          <dgm:chPref val="3"/>
          <dgm:bulletEnabled val="1"/>
        </dgm:presLayoutVars>
      </dgm:prSet>
      <dgm:spPr/>
    </dgm:pt>
    <dgm:pt modelId="{20C50B5F-0201-4AE6-857D-0FF006655042}" type="pres">
      <dgm:prSet presAssocID="{6CFB22EC-07EA-4E47-8106-02447728E6D7}" presName="Accent" presStyleLbl="parChTrans1D1" presStyleIdx="2" presStyleCnt="3"/>
      <dgm:spPr/>
    </dgm:pt>
    <dgm:pt modelId="{405F0081-C687-48A4-BFA4-257F3744CFC8}" type="pres">
      <dgm:prSet presAssocID="{6CFB22EC-07EA-4E47-8106-02447728E6D7}" presName="Child" presStyleLbl="revTx" presStyleIdx="5" presStyleCnt="6">
        <dgm:presLayoutVars>
          <dgm:chMax val="0"/>
          <dgm:chPref val="0"/>
          <dgm:bulletEnabled val="1"/>
        </dgm:presLayoutVars>
      </dgm:prSet>
      <dgm:spPr/>
    </dgm:pt>
  </dgm:ptLst>
  <dgm:cxnLst>
    <dgm:cxn modelId="{AC23DB05-6D99-462C-9C1F-045A647529C0}" type="presOf" srcId="{80B212F1-0089-4C48-8362-542D060FA633}" destId="{223C66A5-1210-49BD-B1AA-8CAB876FD197}" srcOrd="0" destOrd="0" presId="urn:microsoft.com/office/officeart/2011/layout/TabList#1"/>
    <dgm:cxn modelId="{760A2412-BA9D-49B5-850E-67FDAF5CFF9F}" srcId="{74AB0E33-4DB5-4D64-AAF6-D1DF705D82C8}" destId="{BE11B51B-BEEE-43F2-8BA3-B49E51F0D5FF}" srcOrd="0" destOrd="0" parTransId="{7A46B78F-8096-4352-BA00-6A8CBAC1BE8B}" sibTransId="{002546C0-CA55-41DF-8A09-F8B02791D1A8}"/>
    <dgm:cxn modelId="{1AAED117-234F-42B3-AD38-8F0B9DF56709}" srcId="{6CFB22EC-07EA-4E47-8106-02447728E6D7}" destId="{36DB68CA-5190-44A7-BED6-1D2A68252629}" srcOrd="1" destOrd="0" parTransId="{4A593B6A-EE4C-4C9A-BCDF-66D01A95AFD8}" sibTransId="{5231C427-57D0-483E-B4BA-65848BED9770}"/>
    <dgm:cxn modelId="{2FF59923-8004-4C97-9A84-56880F250C24}" srcId="{80B212F1-0089-4C48-8362-542D060FA633}" destId="{6CFB22EC-07EA-4E47-8106-02447728E6D7}" srcOrd="2" destOrd="0" parTransId="{FF4F55D9-EB9B-4079-AD75-5077F1CF97B3}" sibTransId="{FE488818-B530-4FD2-9542-5B93E6E02800}"/>
    <dgm:cxn modelId="{4A0F8528-2776-467A-84BC-7D39067E8AFF}" type="presOf" srcId="{6CFB22EC-07EA-4E47-8106-02447728E6D7}" destId="{D82E858E-9637-480A-AAAC-30D682AA8535}" srcOrd="0" destOrd="0" presId="urn:microsoft.com/office/officeart/2011/layout/TabList#1"/>
    <dgm:cxn modelId="{8ADD9C2E-567E-4B02-AB72-BB8A4FB97859}" srcId="{6CFB22EC-07EA-4E47-8106-02447728E6D7}" destId="{E07BCAD1-3F0A-4C1C-BC57-79AA549C14E0}" srcOrd="0" destOrd="0" parTransId="{ACE57661-2CB0-438B-869B-D81358A548DA}" sibTransId="{31B955A1-B5B9-4A87-9C22-25952A13373E}"/>
    <dgm:cxn modelId="{44A2D12F-4ED9-4193-AD3A-F005DECDA9F3}" srcId="{43E91D29-C25D-4981-8947-0B8DAB197BFD}" destId="{D4D232F1-FA4D-403D-AD57-5199474DD831}" srcOrd="0" destOrd="0" parTransId="{6D7D3FA3-95F5-4BA6-96D2-F922BCB25F41}" sibTransId="{710822EF-588E-4C40-9EF7-CD98D95037CB}"/>
    <dgm:cxn modelId="{4ADA5B36-3AB4-49A8-AC1F-C4B5F7533C64}" type="presOf" srcId="{D4D232F1-FA4D-403D-AD57-5199474DD831}" destId="{57F3D668-F922-48FF-9F31-11B5E6B50FD5}" srcOrd="0" destOrd="0" presId="urn:microsoft.com/office/officeart/2011/layout/TabList#1"/>
    <dgm:cxn modelId="{67048537-D828-4DC6-BAEE-FC712FD0D1E1}" type="presOf" srcId="{BE11B51B-BEEE-43F2-8BA3-B49E51F0D5FF}" destId="{F6984F09-AA44-464F-BC1B-6D45F2B32D50}" srcOrd="0" destOrd="0" presId="urn:microsoft.com/office/officeart/2011/layout/TabList#1"/>
    <dgm:cxn modelId="{1494FA5D-307C-49CC-9B9D-F418D1B740B3}" type="presOf" srcId="{0C919CAC-67AC-4ED4-B1B2-1A2B4DACD3CC}" destId="{3C6697D9-A139-4CF8-8FB5-398163196078}" srcOrd="0" destOrd="0" presId="urn:microsoft.com/office/officeart/2011/layout/TabList#1"/>
    <dgm:cxn modelId="{9CC0B65F-F5DF-4546-A5F0-7D3C29BCDC26}" srcId="{43E91D29-C25D-4981-8947-0B8DAB197BFD}" destId="{0C919CAC-67AC-4ED4-B1B2-1A2B4DACD3CC}" srcOrd="1" destOrd="0" parTransId="{5AEB624C-EC5E-4582-83F0-8D6AA41C44A5}" sibTransId="{FE79E3BF-60DD-4AAA-8796-9C50BF3BA553}"/>
    <dgm:cxn modelId="{0190ED46-F094-4847-A08A-DBE7A1B22355}" srcId="{80B212F1-0089-4C48-8362-542D060FA633}" destId="{43E91D29-C25D-4981-8947-0B8DAB197BFD}" srcOrd="1" destOrd="0" parTransId="{4E600BAF-CB74-413F-897C-061A73E656BF}" sibTransId="{FF1A4F71-F149-4614-839D-4AAD31746C5B}"/>
    <dgm:cxn modelId="{ED975573-0766-4193-BC77-99240C377E37}" srcId="{80B212F1-0089-4C48-8362-542D060FA633}" destId="{74AB0E33-4DB5-4D64-AAF6-D1DF705D82C8}" srcOrd="0" destOrd="0" parTransId="{95614900-D8C8-4FC7-B58A-5FE3E80DC6EE}" sibTransId="{C3EC6E31-4FD9-42BF-8528-33DA0D0C823A}"/>
    <dgm:cxn modelId="{41B4F95A-16BE-41D1-A82C-AC9E9E081057}" type="presOf" srcId="{74AB0E33-4DB5-4D64-AAF6-D1DF705D82C8}" destId="{B63357E8-6DAA-466B-9362-3A097E6BA124}" srcOrd="0" destOrd="0" presId="urn:microsoft.com/office/officeart/2011/layout/TabList#1"/>
    <dgm:cxn modelId="{3F705387-57AE-429D-9A41-F23CBCD74C4A}" srcId="{74AB0E33-4DB5-4D64-AAF6-D1DF705D82C8}" destId="{D0DA5843-AE2D-4A37-8D58-4F41CEED0124}" srcOrd="1" destOrd="0" parTransId="{6E1B3D9F-50FD-4A18-ABBC-091B8F2318A2}" sibTransId="{0B41C2F9-003A-4986-8298-2A0A48E1EE81}"/>
    <dgm:cxn modelId="{54980CA2-0605-4212-8396-7BDD52A6454D}" type="presOf" srcId="{D0DA5843-AE2D-4A37-8D58-4F41CEED0124}" destId="{B2CE4362-33D4-4728-8E07-FCEB331A3D84}" srcOrd="0" destOrd="0" presId="urn:microsoft.com/office/officeart/2011/layout/TabList#1"/>
    <dgm:cxn modelId="{034A67A5-C623-4D94-B40F-2ED99E20550E}" type="presOf" srcId="{E07BCAD1-3F0A-4C1C-BC57-79AA549C14E0}" destId="{B1C1D101-7CE8-4D75-B36B-CA3FBB5542AF}" srcOrd="0" destOrd="0" presId="urn:microsoft.com/office/officeart/2011/layout/TabList#1"/>
    <dgm:cxn modelId="{E441B9C2-F055-4D60-8840-79F1380758D2}" type="presOf" srcId="{43E91D29-C25D-4981-8947-0B8DAB197BFD}" destId="{1290EE65-D147-4BAF-9565-9B4C7559D97F}" srcOrd="0" destOrd="0" presId="urn:microsoft.com/office/officeart/2011/layout/TabList#1"/>
    <dgm:cxn modelId="{CC5ADBEB-26D6-4304-A9D7-78FBED351410}" type="presOf" srcId="{36DB68CA-5190-44A7-BED6-1D2A68252629}" destId="{405F0081-C687-48A4-BFA4-257F3744CFC8}" srcOrd="0" destOrd="0" presId="urn:microsoft.com/office/officeart/2011/layout/TabList#1"/>
    <dgm:cxn modelId="{BE3C8316-F0EC-4FC5-8B7E-D9B208E00F70}" type="presParOf" srcId="{223C66A5-1210-49BD-B1AA-8CAB876FD197}" destId="{FEFFC291-5475-4B50-A600-BF2CD0288D6E}" srcOrd="0" destOrd="0" presId="urn:microsoft.com/office/officeart/2011/layout/TabList#1"/>
    <dgm:cxn modelId="{B8DB40E9-B85D-46FC-A2ED-DCB0FE0C542F}" type="presParOf" srcId="{FEFFC291-5475-4B50-A600-BF2CD0288D6E}" destId="{F6984F09-AA44-464F-BC1B-6D45F2B32D50}" srcOrd="0" destOrd="0" presId="urn:microsoft.com/office/officeart/2011/layout/TabList#1"/>
    <dgm:cxn modelId="{4F2040FE-C0BB-4219-B3FD-92B065948CBD}" type="presParOf" srcId="{FEFFC291-5475-4B50-A600-BF2CD0288D6E}" destId="{B63357E8-6DAA-466B-9362-3A097E6BA124}" srcOrd="1" destOrd="0" presId="urn:microsoft.com/office/officeart/2011/layout/TabList#1"/>
    <dgm:cxn modelId="{3D99FCE1-A04D-4A4F-B4B1-D83007301D44}" type="presParOf" srcId="{FEFFC291-5475-4B50-A600-BF2CD0288D6E}" destId="{9D3D5DA1-C0C3-46B1-824F-54A81A028EE7}" srcOrd="2" destOrd="0" presId="urn:microsoft.com/office/officeart/2011/layout/TabList#1"/>
    <dgm:cxn modelId="{81EB776B-07A8-463D-A424-C357E67D6B76}" type="presParOf" srcId="{223C66A5-1210-49BD-B1AA-8CAB876FD197}" destId="{B2CE4362-33D4-4728-8E07-FCEB331A3D84}" srcOrd="1" destOrd="0" presId="urn:microsoft.com/office/officeart/2011/layout/TabList#1"/>
    <dgm:cxn modelId="{71443B1C-F5EA-499E-8579-E6CF53486EB3}" type="presParOf" srcId="{223C66A5-1210-49BD-B1AA-8CAB876FD197}" destId="{F1C1E2BB-D8CD-41FC-8E87-7B585D6A554C}" srcOrd="2" destOrd="0" presId="urn:microsoft.com/office/officeart/2011/layout/TabList#1"/>
    <dgm:cxn modelId="{037CDA8B-0562-4388-A885-365D37CC019D}" type="presParOf" srcId="{223C66A5-1210-49BD-B1AA-8CAB876FD197}" destId="{C0B93B8F-9112-447F-A43E-5CB28F082B0E}" srcOrd="3" destOrd="0" presId="urn:microsoft.com/office/officeart/2011/layout/TabList#1"/>
    <dgm:cxn modelId="{6F876FD9-320B-470E-95A7-00042E1050E7}" type="presParOf" srcId="{C0B93B8F-9112-447F-A43E-5CB28F082B0E}" destId="{57F3D668-F922-48FF-9F31-11B5E6B50FD5}" srcOrd="0" destOrd="0" presId="urn:microsoft.com/office/officeart/2011/layout/TabList#1"/>
    <dgm:cxn modelId="{FDB6A9BF-11AB-49F9-B352-4C7676D5C427}" type="presParOf" srcId="{C0B93B8F-9112-447F-A43E-5CB28F082B0E}" destId="{1290EE65-D147-4BAF-9565-9B4C7559D97F}" srcOrd="1" destOrd="0" presId="urn:microsoft.com/office/officeart/2011/layout/TabList#1"/>
    <dgm:cxn modelId="{F77CFE49-CCF1-4EC8-86AE-D66FC0A1F2B2}" type="presParOf" srcId="{C0B93B8F-9112-447F-A43E-5CB28F082B0E}" destId="{0E74C399-35E6-4462-B6FD-61495A5CC705}" srcOrd="2" destOrd="0" presId="urn:microsoft.com/office/officeart/2011/layout/TabList#1"/>
    <dgm:cxn modelId="{9FD20F64-AA5C-409A-96FA-5F6E3ED01905}" type="presParOf" srcId="{223C66A5-1210-49BD-B1AA-8CAB876FD197}" destId="{3C6697D9-A139-4CF8-8FB5-398163196078}" srcOrd="4" destOrd="0" presId="urn:microsoft.com/office/officeart/2011/layout/TabList#1"/>
    <dgm:cxn modelId="{79AF123E-FD1B-44EC-9646-8F9F5E7CF682}" type="presParOf" srcId="{223C66A5-1210-49BD-B1AA-8CAB876FD197}" destId="{E31879E4-D48A-4C71-8DFD-872CDEC06CF7}" srcOrd="5" destOrd="0" presId="urn:microsoft.com/office/officeart/2011/layout/TabList#1"/>
    <dgm:cxn modelId="{12C119CE-3BB3-44D0-9ADB-401E1956F661}" type="presParOf" srcId="{223C66A5-1210-49BD-B1AA-8CAB876FD197}" destId="{BA5B4372-B2AB-40A5-8971-E34F874595E1}" srcOrd="6" destOrd="0" presId="urn:microsoft.com/office/officeart/2011/layout/TabList#1"/>
    <dgm:cxn modelId="{E484132B-4CF0-4356-868F-0352246B2564}" type="presParOf" srcId="{BA5B4372-B2AB-40A5-8971-E34F874595E1}" destId="{B1C1D101-7CE8-4D75-B36B-CA3FBB5542AF}" srcOrd="0" destOrd="0" presId="urn:microsoft.com/office/officeart/2011/layout/TabList#1"/>
    <dgm:cxn modelId="{B9884F02-1DAF-40E6-9C54-ECD5328B5CCC}" type="presParOf" srcId="{BA5B4372-B2AB-40A5-8971-E34F874595E1}" destId="{D82E858E-9637-480A-AAAC-30D682AA8535}" srcOrd="1" destOrd="0" presId="urn:microsoft.com/office/officeart/2011/layout/TabList#1"/>
    <dgm:cxn modelId="{68FE5907-40B0-4EB9-AAC3-17F9A665E138}" type="presParOf" srcId="{BA5B4372-B2AB-40A5-8971-E34F874595E1}" destId="{20C50B5F-0201-4AE6-857D-0FF006655042}" srcOrd="2" destOrd="0" presId="urn:microsoft.com/office/officeart/2011/layout/TabList#1"/>
    <dgm:cxn modelId="{B8E1B5C6-9B09-4488-AB73-7571278431ED}" type="presParOf" srcId="{223C66A5-1210-49BD-B1AA-8CAB876FD197}" destId="{405F0081-C687-48A4-BFA4-257F3744CFC8}" srcOrd="7" destOrd="0" presId="urn:microsoft.com/office/officeart/2011/layout/TabList#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83960D-2245-42E6-8309-68AB88FA3275}" type="doc">
      <dgm:prSet loTypeId="urn:microsoft.com/office/officeart/2005/8/layout/radial2#1" loCatId="relationship" qsTypeId="urn:microsoft.com/office/officeart/2005/8/quickstyle/simple1#3" qsCatId="simple" csTypeId="urn:microsoft.com/office/officeart/2005/8/colors/accent1_2#4" csCatId="accent1" phldr="1"/>
      <dgm:spPr/>
      <dgm:t>
        <a:bodyPr/>
        <a:lstStyle/>
        <a:p>
          <a:endParaRPr lang="en-US"/>
        </a:p>
      </dgm:t>
    </dgm:pt>
    <dgm:pt modelId="{CC04079D-AE2B-4E0F-B849-34A56B5AD3CE}">
      <dgm:prSet phldrT="[Text]"/>
      <dgm:spPr>
        <a:solidFill>
          <a:schemeClr val="bg1">
            <a:lumMod val="65000"/>
          </a:schemeClr>
        </a:solidFill>
      </dgm:spPr>
      <dgm:t>
        <a:bodyPr/>
        <a:lstStyle/>
        <a:p>
          <a:r>
            <a:rPr lang="en-US" b="1" dirty="0"/>
            <a:t>ADMIN</a:t>
          </a:r>
        </a:p>
      </dgm:t>
    </dgm:pt>
    <dgm:pt modelId="{A3E7F5A9-5794-4511-BAB2-D745F63B1BB0}" type="parTrans" cxnId="{6C85DCA6-4B48-45B3-87F7-2AEC65F340B4}">
      <dgm:prSet/>
      <dgm:spPr/>
      <dgm:t>
        <a:bodyPr/>
        <a:lstStyle/>
        <a:p>
          <a:endParaRPr lang="en-US"/>
        </a:p>
      </dgm:t>
    </dgm:pt>
    <dgm:pt modelId="{41911F79-3E90-4F86-90EE-8F1F934DF268}" type="sibTrans" cxnId="{6C85DCA6-4B48-45B3-87F7-2AEC65F340B4}">
      <dgm:prSet/>
      <dgm:spPr/>
      <dgm:t>
        <a:bodyPr/>
        <a:lstStyle/>
        <a:p>
          <a:endParaRPr lang="en-US"/>
        </a:p>
      </dgm:t>
    </dgm:pt>
    <dgm:pt modelId="{2D55E64B-55C6-4556-BDD6-2C809A61E5CD}">
      <dgm:prSet phldrT="[Text]"/>
      <dgm:spPr>
        <a:solidFill>
          <a:schemeClr val="bg1">
            <a:lumMod val="65000"/>
          </a:schemeClr>
        </a:solidFill>
      </dgm:spPr>
      <dgm:t>
        <a:bodyPr/>
        <a:lstStyle/>
        <a:p>
          <a:r>
            <a:rPr lang="en-US" b="1" dirty="0"/>
            <a:t>STUDENT</a:t>
          </a:r>
        </a:p>
      </dgm:t>
    </dgm:pt>
    <dgm:pt modelId="{B7A67DFB-1AEB-4EA3-AA36-46086FDB0F8B}" type="parTrans" cxnId="{31A72454-FAA1-4D73-BAFE-D6DEF67B2146}">
      <dgm:prSet/>
      <dgm:spPr/>
      <dgm:t>
        <a:bodyPr/>
        <a:lstStyle/>
        <a:p>
          <a:endParaRPr lang="en-US"/>
        </a:p>
      </dgm:t>
    </dgm:pt>
    <dgm:pt modelId="{6D107EF0-F1EE-4179-8F0D-552FB7F68BBF}" type="sibTrans" cxnId="{31A72454-FAA1-4D73-BAFE-D6DEF67B2146}">
      <dgm:prSet/>
      <dgm:spPr/>
      <dgm:t>
        <a:bodyPr/>
        <a:lstStyle/>
        <a:p>
          <a:endParaRPr lang="en-US"/>
        </a:p>
      </dgm:t>
    </dgm:pt>
    <dgm:pt modelId="{0F578799-38C7-49F8-A20E-B87D794433C6}">
      <dgm:prSet phldrT="[Text]"/>
      <dgm:spPr>
        <a:solidFill>
          <a:schemeClr val="bg1">
            <a:lumMod val="65000"/>
          </a:schemeClr>
        </a:solidFill>
      </dgm:spPr>
      <dgm:t>
        <a:bodyPr/>
        <a:lstStyle/>
        <a:p>
          <a:r>
            <a:rPr lang="en-US" b="1" dirty="0"/>
            <a:t>GUEST</a:t>
          </a:r>
        </a:p>
      </dgm:t>
    </dgm:pt>
    <dgm:pt modelId="{095E7A02-1A02-4474-A104-EF9A1AFC6838}" type="parTrans" cxnId="{7324ABE1-D27C-451F-96E7-0730A715C88D}">
      <dgm:prSet/>
      <dgm:spPr/>
      <dgm:t>
        <a:bodyPr/>
        <a:lstStyle/>
        <a:p>
          <a:endParaRPr lang="en-US"/>
        </a:p>
      </dgm:t>
    </dgm:pt>
    <dgm:pt modelId="{35A65195-C213-407F-9495-EAA778C08662}" type="sibTrans" cxnId="{7324ABE1-D27C-451F-96E7-0730A715C88D}">
      <dgm:prSet/>
      <dgm:spPr/>
      <dgm:t>
        <a:bodyPr/>
        <a:lstStyle/>
        <a:p>
          <a:endParaRPr lang="en-US"/>
        </a:p>
      </dgm:t>
    </dgm:pt>
    <dgm:pt modelId="{D782771A-AFF9-4AD4-BC56-3E1C7C4B1E73}" type="pres">
      <dgm:prSet presAssocID="{EF83960D-2245-42E6-8309-68AB88FA3275}" presName="composite" presStyleCnt="0">
        <dgm:presLayoutVars>
          <dgm:chMax val="5"/>
          <dgm:dir/>
          <dgm:animLvl val="ctr"/>
          <dgm:resizeHandles val="exact"/>
        </dgm:presLayoutVars>
      </dgm:prSet>
      <dgm:spPr/>
    </dgm:pt>
    <dgm:pt modelId="{07A0C9CF-4644-44B5-8C0F-03D37938B8FA}" type="pres">
      <dgm:prSet presAssocID="{EF83960D-2245-42E6-8309-68AB88FA3275}" presName="cycle" presStyleCnt="0"/>
      <dgm:spPr/>
    </dgm:pt>
    <dgm:pt modelId="{E6195A80-3A69-4E15-BF7B-0DCBAEF43825}" type="pres">
      <dgm:prSet presAssocID="{EF83960D-2245-42E6-8309-68AB88FA3275}" presName="centerShape" presStyleCnt="0"/>
      <dgm:spPr/>
    </dgm:pt>
    <dgm:pt modelId="{4C0C4C3F-524B-4540-8B89-29CF0E83EFAF}" type="pres">
      <dgm:prSet presAssocID="{EF83960D-2245-42E6-8309-68AB88FA3275}" presName="connSite" presStyleLbl="node1" presStyleIdx="0" presStyleCnt="4"/>
      <dgm:spPr/>
    </dgm:pt>
    <dgm:pt modelId="{C74CB236-28C4-4276-A22E-CC9DCC9435EC}" type="pres">
      <dgm:prSet presAssocID="{EF83960D-2245-42E6-8309-68AB88FA3275}" presName="visible" presStyleLbl="node1" presStyleIdx="0" presStyleCnt="4"/>
      <dgm:spPr>
        <a:solidFill>
          <a:srgbClr val="FF5050"/>
        </a:solidFill>
      </dgm:spPr>
    </dgm:pt>
    <dgm:pt modelId="{88EADC87-1FB8-4D1D-A9C5-4BDABD5D1DCA}" type="pres">
      <dgm:prSet presAssocID="{A3E7F5A9-5794-4511-BAB2-D745F63B1BB0}" presName="Name25" presStyleLbl="parChTrans1D1" presStyleIdx="0" presStyleCnt="3"/>
      <dgm:spPr/>
    </dgm:pt>
    <dgm:pt modelId="{A822B1F3-9E02-45CA-BF84-C1429C18CD58}" type="pres">
      <dgm:prSet presAssocID="{CC04079D-AE2B-4E0F-B849-34A56B5AD3CE}" presName="node" presStyleCnt="0"/>
      <dgm:spPr/>
    </dgm:pt>
    <dgm:pt modelId="{4A649EBB-7E07-495C-A33D-DD47D020D45A}" type="pres">
      <dgm:prSet presAssocID="{CC04079D-AE2B-4E0F-B849-34A56B5AD3CE}" presName="parentNode" presStyleLbl="node1" presStyleIdx="1" presStyleCnt="4">
        <dgm:presLayoutVars>
          <dgm:chMax val="1"/>
          <dgm:bulletEnabled val="1"/>
        </dgm:presLayoutVars>
      </dgm:prSet>
      <dgm:spPr/>
    </dgm:pt>
    <dgm:pt modelId="{A2B1EDF6-2343-4831-8EAB-BB4C1CAD2B83}" type="pres">
      <dgm:prSet presAssocID="{CC04079D-AE2B-4E0F-B849-34A56B5AD3CE}" presName="childNode" presStyleLbl="revTx" presStyleIdx="0" presStyleCnt="0">
        <dgm:presLayoutVars>
          <dgm:bulletEnabled val="1"/>
        </dgm:presLayoutVars>
      </dgm:prSet>
      <dgm:spPr/>
    </dgm:pt>
    <dgm:pt modelId="{BA58812E-D88D-4C93-998A-4027EE2D2DEB}" type="pres">
      <dgm:prSet presAssocID="{B7A67DFB-1AEB-4EA3-AA36-46086FDB0F8B}" presName="Name25" presStyleLbl="parChTrans1D1" presStyleIdx="1" presStyleCnt="3"/>
      <dgm:spPr/>
    </dgm:pt>
    <dgm:pt modelId="{E13887DE-BF53-487F-B835-2706C9CD6D1D}" type="pres">
      <dgm:prSet presAssocID="{2D55E64B-55C6-4556-BDD6-2C809A61E5CD}" presName="node" presStyleCnt="0"/>
      <dgm:spPr/>
    </dgm:pt>
    <dgm:pt modelId="{3C7A140E-C12C-4F78-859F-7FB8F2853E70}" type="pres">
      <dgm:prSet presAssocID="{2D55E64B-55C6-4556-BDD6-2C809A61E5CD}" presName="parentNode" presStyleLbl="node1" presStyleIdx="2" presStyleCnt="4">
        <dgm:presLayoutVars>
          <dgm:chMax val="1"/>
          <dgm:bulletEnabled val="1"/>
        </dgm:presLayoutVars>
      </dgm:prSet>
      <dgm:spPr/>
    </dgm:pt>
    <dgm:pt modelId="{283A9BEA-0466-4D47-9ED9-FB03583C0C6D}" type="pres">
      <dgm:prSet presAssocID="{2D55E64B-55C6-4556-BDD6-2C809A61E5CD}" presName="childNode" presStyleLbl="revTx" presStyleIdx="0" presStyleCnt="0">
        <dgm:presLayoutVars>
          <dgm:bulletEnabled val="1"/>
        </dgm:presLayoutVars>
      </dgm:prSet>
      <dgm:spPr/>
    </dgm:pt>
    <dgm:pt modelId="{EB07A039-5D4B-4CDA-BB9A-5BC906B0BCF6}" type="pres">
      <dgm:prSet presAssocID="{095E7A02-1A02-4474-A104-EF9A1AFC6838}" presName="Name25" presStyleLbl="parChTrans1D1" presStyleIdx="2" presStyleCnt="3"/>
      <dgm:spPr/>
    </dgm:pt>
    <dgm:pt modelId="{34EC4879-1A93-4A30-9F12-9C103A901BA5}" type="pres">
      <dgm:prSet presAssocID="{0F578799-38C7-49F8-A20E-B87D794433C6}" presName="node" presStyleCnt="0"/>
      <dgm:spPr/>
    </dgm:pt>
    <dgm:pt modelId="{8AD7E856-D829-4733-A909-E870CE6A03C8}" type="pres">
      <dgm:prSet presAssocID="{0F578799-38C7-49F8-A20E-B87D794433C6}" presName="parentNode" presStyleLbl="node1" presStyleIdx="3" presStyleCnt="4">
        <dgm:presLayoutVars>
          <dgm:chMax val="1"/>
          <dgm:bulletEnabled val="1"/>
        </dgm:presLayoutVars>
      </dgm:prSet>
      <dgm:spPr/>
    </dgm:pt>
    <dgm:pt modelId="{80932DD0-A16B-4F5E-9F5B-03715F12DE01}" type="pres">
      <dgm:prSet presAssocID="{0F578799-38C7-49F8-A20E-B87D794433C6}" presName="childNode" presStyleLbl="revTx" presStyleIdx="0" presStyleCnt="0">
        <dgm:presLayoutVars>
          <dgm:bulletEnabled val="1"/>
        </dgm:presLayoutVars>
      </dgm:prSet>
      <dgm:spPr/>
    </dgm:pt>
  </dgm:ptLst>
  <dgm:cxnLst>
    <dgm:cxn modelId="{97AA961F-B6F0-4A8D-BBBD-9F0CD52974C3}" type="presOf" srcId="{2D55E64B-55C6-4556-BDD6-2C809A61E5CD}" destId="{3C7A140E-C12C-4F78-859F-7FB8F2853E70}" srcOrd="0" destOrd="0" presId="urn:microsoft.com/office/officeart/2005/8/layout/radial2#1"/>
    <dgm:cxn modelId="{0A9B8D5C-F32F-4403-9EE6-4155C8F3CC19}" type="presOf" srcId="{B7A67DFB-1AEB-4EA3-AA36-46086FDB0F8B}" destId="{BA58812E-D88D-4C93-998A-4027EE2D2DEB}" srcOrd="0" destOrd="0" presId="urn:microsoft.com/office/officeart/2005/8/layout/radial2#1"/>
    <dgm:cxn modelId="{F14CA04D-1E47-4D7F-B437-00182021F42B}" type="presOf" srcId="{CC04079D-AE2B-4E0F-B849-34A56B5AD3CE}" destId="{4A649EBB-7E07-495C-A33D-DD47D020D45A}" srcOrd="0" destOrd="0" presId="urn:microsoft.com/office/officeart/2005/8/layout/radial2#1"/>
    <dgm:cxn modelId="{3BFAED50-4EB8-4CBE-9E73-ED97AC3D260A}" type="presOf" srcId="{0F578799-38C7-49F8-A20E-B87D794433C6}" destId="{8AD7E856-D829-4733-A909-E870CE6A03C8}" srcOrd="0" destOrd="0" presId="urn:microsoft.com/office/officeart/2005/8/layout/radial2#1"/>
    <dgm:cxn modelId="{EBF5EB72-045C-4EE0-B09E-902536B4406A}" type="presOf" srcId="{A3E7F5A9-5794-4511-BAB2-D745F63B1BB0}" destId="{88EADC87-1FB8-4D1D-A9C5-4BDABD5D1DCA}" srcOrd="0" destOrd="0" presId="urn:microsoft.com/office/officeart/2005/8/layout/radial2#1"/>
    <dgm:cxn modelId="{31A72454-FAA1-4D73-BAFE-D6DEF67B2146}" srcId="{EF83960D-2245-42E6-8309-68AB88FA3275}" destId="{2D55E64B-55C6-4556-BDD6-2C809A61E5CD}" srcOrd="1" destOrd="0" parTransId="{B7A67DFB-1AEB-4EA3-AA36-46086FDB0F8B}" sibTransId="{6D107EF0-F1EE-4179-8F0D-552FB7F68BBF}"/>
    <dgm:cxn modelId="{6C85DCA6-4B48-45B3-87F7-2AEC65F340B4}" srcId="{EF83960D-2245-42E6-8309-68AB88FA3275}" destId="{CC04079D-AE2B-4E0F-B849-34A56B5AD3CE}" srcOrd="0" destOrd="0" parTransId="{A3E7F5A9-5794-4511-BAB2-D745F63B1BB0}" sibTransId="{41911F79-3E90-4F86-90EE-8F1F934DF268}"/>
    <dgm:cxn modelId="{0AEC3CB5-E858-4784-B299-8D616D49B776}" type="presOf" srcId="{095E7A02-1A02-4474-A104-EF9A1AFC6838}" destId="{EB07A039-5D4B-4CDA-BB9A-5BC906B0BCF6}" srcOrd="0" destOrd="0" presId="urn:microsoft.com/office/officeart/2005/8/layout/radial2#1"/>
    <dgm:cxn modelId="{446BD7BC-060B-45C9-93EE-62C11CA77331}" type="presOf" srcId="{EF83960D-2245-42E6-8309-68AB88FA3275}" destId="{D782771A-AFF9-4AD4-BC56-3E1C7C4B1E73}" srcOrd="0" destOrd="0" presId="urn:microsoft.com/office/officeart/2005/8/layout/radial2#1"/>
    <dgm:cxn modelId="{7324ABE1-D27C-451F-96E7-0730A715C88D}" srcId="{EF83960D-2245-42E6-8309-68AB88FA3275}" destId="{0F578799-38C7-49F8-A20E-B87D794433C6}" srcOrd="2" destOrd="0" parTransId="{095E7A02-1A02-4474-A104-EF9A1AFC6838}" sibTransId="{35A65195-C213-407F-9495-EAA778C08662}"/>
    <dgm:cxn modelId="{908AD3B5-EAC2-4F89-A76F-AF2B1083101A}" type="presParOf" srcId="{D782771A-AFF9-4AD4-BC56-3E1C7C4B1E73}" destId="{07A0C9CF-4644-44B5-8C0F-03D37938B8FA}" srcOrd="0" destOrd="0" presId="urn:microsoft.com/office/officeart/2005/8/layout/radial2#1"/>
    <dgm:cxn modelId="{5F34D1C3-8025-49BA-B2DC-4753DD68A699}" type="presParOf" srcId="{07A0C9CF-4644-44B5-8C0F-03D37938B8FA}" destId="{E6195A80-3A69-4E15-BF7B-0DCBAEF43825}" srcOrd="0" destOrd="0" presId="urn:microsoft.com/office/officeart/2005/8/layout/radial2#1"/>
    <dgm:cxn modelId="{E851AC7D-B7C6-4BAD-A193-FDC0DF6240B1}" type="presParOf" srcId="{E6195A80-3A69-4E15-BF7B-0DCBAEF43825}" destId="{4C0C4C3F-524B-4540-8B89-29CF0E83EFAF}" srcOrd="0" destOrd="0" presId="urn:microsoft.com/office/officeart/2005/8/layout/radial2#1"/>
    <dgm:cxn modelId="{ABEF221E-37D9-4A91-991F-5A77498E92F9}" type="presParOf" srcId="{E6195A80-3A69-4E15-BF7B-0DCBAEF43825}" destId="{C74CB236-28C4-4276-A22E-CC9DCC9435EC}" srcOrd="1" destOrd="0" presId="urn:microsoft.com/office/officeart/2005/8/layout/radial2#1"/>
    <dgm:cxn modelId="{00D6078C-2A3E-4700-956B-28759EBA92D1}" type="presParOf" srcId="{07A0C9CF-4644-44B5-8C0F-03D37938B8FA}" destId="{88EADC87-1FB8-4D1D-A9C5-4BDABD5D1DCA}" srcOrd="1" destOrd="0" presId="urn:microsoft.com/office/officeart/2005/8/layout/radial2#1"/>
    <dgm:cxn modelId="{2A964A0D-E246-4475-8211-C437792CCA11}" type="presParOf" srcId="{07A0C9CF-4644-44B5-8C0F-03D37938B8FA}" destId="{A822B1F3-9E02-45CA-BF84-C1429C18CD58}" srcOrd="2" destOrd="0" presId="urn:microsoft.com/office/officeart/2005/8/layout/radial2#1"/>
    <dgm:cxn modelId="{B89F7F9C-C32F-4551-ABAF-58286EF98BF7}" type="presParOf" srcId="{A822B1F3-9E02-45CA-BF84-C1429C18CD58}" destId="{4A649EBB-7E07-495C-A33D-DD47D020D45A}" srcOrd="0" destOrd="0" presId="urn:microsoft.com/office/officeart/2005/8/layout/radial2#1"/>
    <dgm:cxn modelId="{8C16CC0F-9E5E-4FB4-8DAC-C08CE582767A}" type="presParOf" srcId="{A822B1F3-9E02-45CA-BF84-C1429C18CD58}" destId="{A2B1EDF6-2343-4831-8EAB-BB4C1CAD2B83}" srcOrd="1" destOrd="0" presId="urn:microsoft.com/office/officeart/2005/8/layout/radial2#1"/>
    <dgm:cxn modelId="{5C0F1E22-AB35-418B-A679-3180F3EDFDAD}" type="presParOf" srcId="{07A0C9CF-4644-44B5-8C0F-03D37938B8FA}" destId="{BA58812E-D88D-4C93-998A-4027EE2D2DEB}" srcOrd="3" destOrd="0" presId="urn:microsoft.com/office/officeart/2005/8/layout/radial2#1"/>
    <dgm:cxn modelId="{AA1F5D6E-BF5A-4021-BA10-A1B5781693E0}" type="presParOf" srcId="{07A0C9CF-4644-44B5-8C0F-03D37938B8FA}" destId="{E13887DE-BF53-487F-B835-2706C9CD6D1D}" srcOrd="4" destOrd="0" presId="urn:microsoft.com/office/officeart/2005/8/layout/radial2#1"/>
    <dgm:cxn modelId="{037A4A5E-9402-4F37-AAAA-DB2BD067F3D8}" type="presParOf" srcId="{E13887DE-BF53-487F-B835-2706C9CD6D1D}" destId="{3C7A140E-C12C-4F78-859F-7FB8F2853E70}" srcOrd="0" destOrd="0" presId="urn:microsoft.com/office/officeart/2005/8/layout/radial2#1"/>
    <dgm:cxn modelId="{FECD8CE8-CD9B-435F-B23E-7E4D5C98861B}" type="presParOf" srcId="{E13887DE-BF53-487F-B835-2706C9CD6D1D}" destId="{283A9BEA-0466-4D47-9ED9-FB03583C0C6D}" srcOrd="1" destOrd="0" presId="urn:microsoft.com/office/officeart/2005/8/layout/radial2#1"/>
    <dgm:cxn modelId="{58D6CAEC-4B93-49A8-94D9-3BB33DC15E37}" type="presParOf" srcId="{07A0C9CF-4644-44B5-8C0F-03D37938B8FA}" destId="{EB07A039-5D4B-4CDA-BB9A-5BC906B0BCF6}" srcOrd="5" destOrd="0" presId="urn:microsoft.com/office/officeart/2005/8/layout/radial2#1"/>
    <dgm:cxn modelId="{1559F456-5AF9-494A-9ED4-5A1CC3498490}" type="presParOf" srcId="{07A0C9CF-4644-44B5-8C0F-03D37938B8FA}" destId="{34EC4879-1A93-4A30-9F12-9C103A901BA5}" srcOrd="6" destOrd="0" presId="urn:microsoft.com/office/officeart/2005/8/layout/radial2#1"/>
    <dgm:cxn modelId="{F2FCF65B-F79A-49B0-B688-9601DDBD0FE0}" type="presParOf" srcId="{34EC4879-1A93-4A30-9F12-9C103A901BA5}" destId="{8AD7E856-D829-4733-A909-E870CE6A03C8}" srcOrd="0" destOrd="0" presId="urn:microsoft.com/office/officeart/2005/8/layout/radial2#1"/>
    <dgm:cxn modelId="{A8A7C2A6-FB79-44A2-AF39-7A7F170AC292}" type="presParOf" srcId="{34EC4879-1A93-4A30-9F12-9C103A901BA5}" destId="{80932DD0-A16B-4F5E-9F5B-03715F12DE01}" srcOrd="1" destOrd="0" presId="urn:microsoft.com/office/officeart/2005/8/layout/radial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459AA7F-1C5E-4EA1-AB3D-137A28CC35BF}" type="doc">
      <dgm:prSet loTypeId="urn:microsoft.com/office/officeart/2005/8/layout/cycle8#1" loCatId="cycle" qsTypeId="urn:microsoft.com/office/officeart/2005/8/quickstyle/simple1#4" qsCatId="simple" csTypeId="urn:microsoft.com/office/officeart/2005/8/colors/accent1_2#5" csCatId="accent1" phldr="1"/>
      <dgm:spPr/>
    </dgm:pt>
    <dgm:pt modelId="{942218AD-5DBD-4B8E-9AE3-97A345CAEC84}">
      <dgm:prSet phldrT="[Text]" custT="1"/>
      <dgm:spPr>
        <a:solidFill>
          <a:srgbClr val="DED8E4"/>
        </a:solidFill>
        <a:ln>
          <a:solidFill>
            <a:schemeClr val="tx1">
              <a:lumMod val="65000"/>
              <a:lumOff val="35000"/>
            </a:schemeClr>
          </a:solidFill>
        </a:ln>
      </dgm:spPr>
      <dgm:t>
        <a:bodyPr anchor="ctr"/>
        <a:lstStyle/>
        <a:p>
          <a:pPr algn="l" rtl="0"/>
          <a:r>
            <a:rPr lang="en-US" sz="1200" dirty="0">
              <a:solidFill>
                <a:schemeClr val="tx1"/>
              </a:solidFill>
            </a:rPr>
            <a:t>A Euclidean distance formula is applied to calculate the shortest distance between the new record and all the old records.</a:t>
          </a:r>
        </a:p>
      </dgm:t>
    </dgm:pt>
    <dgm:pt modelId="{7C891C9F-04BA-431D-8EEF-D36E33DC0F92}" type="parTrans" cxnId="{8CA9F794-9BE0-47D8-A6F9-0AC852F93383}">
      <dgm:prSet/>
      <dgm:spPr/>
      <dgm:t>
        <a:bodyPr/>
        <a:lstStyle/>
        <a:p>
          <a:endParaRPr lang="en-US"/>
        </a:p>
      </dgm:t>
    </dgm:pt>
    <dgm:pt modelId="{C8C2EC8B-1ACC-4A18-9337-C4A6AEB700B5}" type="sibTrans" cxnId="{8CA9F794-9BE0-47D8-A6F9-0AC852F93383}">
      <dgm:prSet/>
      <dgm:spPr/>
      <dgm:t>
        <a:bodyPr/>
        <a:lstStyle/>
        <a:p>
          <a:endParaRPr lang="en-US"/>
        </a:p>
      </dgm:t>
    </dgm:pt>
    <dgm:pt modelId="{45C6130A-4A76-4CEB-9A3E-6B94504D5835}">
      <dgm:prSet custT="1"/>
      <dgm:spPr>
        <a:solidFill>
          <a:srgbClr val="DED8E4"/>
        </a:solidFill>
        <a:ln>
          <a:solidFill>
            <a:schemeClr val="tx1">
              <a:lumMod val="65000"/>
              <a:lumOff val="35000"/>
            </a:schemeClr>
          </a:solidFill>
        </a:ln>
      </dgm:spPr>
      <dgm:t>
        <a:bodyPr anchor="t"/>
        <a:lstStyle/>
        <a:p>
          <a:pPr algn="ctr" rtl="0"/>
          <a:r>
            <a:rPr lang="en-US" sz="1200" dirty="0">
              <a:solidFill>
                <a:schemeClr val="tx1"/>
              </a:solidFill>
            </a:rPr>
            <a:t>The first K number of records are considered </a:t>
          </a:r>
        </a:p>
      </dgm:t>
    </dgm:pt>
    <dgm:pt modelId="{9247E150-20F6-49DB-B4AC-208BAEA7E3FF}" type="parTrans" cxnId="{4CC02388-07E5-457F-B415-B6427A71D036}">
      <dgm:prSet/>
      <dgm:spPr/>
      <dgm:t>
        <a:bodyPr/>
        <a:lstStyle/>
        <a:p>
          <a:endParaRPr lang="en-US"/>
        </a:p>
      </dgm:t>
    </dgm:pt>
    <dgm:pt modelId="{746C6849-46CC-4DA8-BEA3-0C8FAA640136}" type="sibTrans" cxnId="{4CC02388-07E5-457F-B415-B6427A71D036}">
      <dgm:prSet/>
      <dgm:spPr/>
      <dgm:t>
        <a:bodyPr/>
        <a:lstStyle/>
        <a:p>
          <a:endParaRPr lang="en-US"/>
        </a:p>
      </dgm:t>
    </dgm:pt>
    <dgm:pt modelId="{2A2B063A-DD93-4E14-9FA7-0F3BC647A5B5}">
      <dgm:prSet custT="1"/>
      <dgm:spPr>
        <a:solidFill>
          <a:srgbClr val="DED8E4"/>
        </a:solidFill>
        <a:ln>
          <a:solidFill>
            <a:schemeClr val="tx1">
              <a:lumMod val="65000"/>
              <a:lumOff val="35000"/>
            </a:schemeClr>
          </a:solidFill>
        </a:ln>
      </dgm:spPr>
      <dgm:t>
        <a:bodyPr anchor="t"/>
        <a:lstStyle/>
        <a:p>
          <a:pPr algn="l"/>
          <a:r>
            <a:rPr lang="en-US" sz="1200" dirty="0">
              <a:solidFill>
                <a:schemeClr val="tx1"/>
              </a:solidFill>
            </a:rPr>
            <a:t>All the shortest distances obtained are sorted in ascending order</a:t>
          </a:r>
          <a:endParaRPr lang="en-US" sz="1200" dirty="0"/>
        </a:p>
      </dgm:t>
    </dgm:pt>
    <dgm:pt modelId="{ACA5E36B-ACA6-4A3C-ABFA-76B6EF958B5A}" type="parTrans" cxnId="{3E3B7559-D2A8-4857-BFED-223C1D4B2B62}">
      <dgm:prSet/>
      <dgm:spPr/>
      <dgm:t>
        <a:bodyPr/>
        <a:lstStyle/>
        <a:p>
          <a:endParaRPr lang="en-US"/>
        </a:p>
      </dgm:t>
    </dgm:pt>
    <dgm:pt modelId="{257CA144-3D4C-4A59-939E-68C81FD25935}" type="sibTrans" cxnId="{3E3B7559-D2A8-4857-BFED-223C1D4B2B62}">
      <dgm:prSet/>
      <dgm:spPr/>
      <dgm:t>
        <a:bodyPr/>
        <a:lstStyle/>
        <a:p>
          <a:endParaRPr lang="en-US"/>
        </a:p>
      </dgm:t>
    </dgm:pt>
    <dgm:pt modelId="{1DD4FF7C-931F-46CC-A146-39549917CDB0}">
      <dgm:prSet custT="1"/>
      <dgm:spPr>
        <a:solidFill>
          <a:srgbClr val="DED8E4"/>
        </a:solidFill>
        <a:ln>
          <a:solidFill>
            <a:schemeClr val="tx1">
              <a:lumMod val="65000"/>
              <a:lumOff val="35000"/>
            </a:schemeClr>
          </a:solidFill>
        </a:ln>
      </dgm:spPr>
      <dgm:t>
        <a:bodyPr/>
        <a:lstStyle/>
        <a:p>
          <a:r>
            <a:rPr lang="en-US" sz="1200" dirty="0">
              <a:solidFill>
                <a:schemeClr val="tx1"/>
              </a:solidFill>
            </a:rPr>
            <a:t>A random value is assumed and assigned to a variable K</a:t>
          </a:r>
          <a:endParaRPr lang="en-US" sz="1200" dirty="0"/>
        </a:p>
      </dgm:t>
    </dgm:pt>
    <dgm:pt modelId="{BB55D05A-54A5-4B8E-B4E7-C23DDC143FAC}" type="parTrans" cxnId="{253D3A83-65FD-45C9-88E5-D25DFA96CE95}">
      <dgm:prSet/>
      <dgm:spPr/>
      <dgm:t>
        <a:bodyPr/>
        <a:lstStyle/>
        <a:p>
          <a:endParaRPr lang="en-US"/>
        </a:p>
      </dgm:t>
    </dgm:pt>
    <dgm:pt modelId="{803331EF-9A83-4D87-AE3F-410A546E90EB}" type="sibTrans" cxnId="{253D3A83-65FD-45C9-88E5-D25DFA96CE95}">
      <dgm:prSet/>
      <dgm:spPr/>
      <dgm:t>
        <a:bodyPr/>
        <a:lstStyle/>
        <a:p>
          <a:endParaRPr lang="en-US"/>
        </a:p>
      </dgm:t>
    </dgm:pt>
    <dgm:pt modelId="{ACDE9C24-7CD0-4DA6-837E-9CFF877CC3DA}">
      <dgm:prSet custT="1"/>
      <dgm:spPr>
        <a:solidFill>
          <a:srgbClr val="DED8E4"/>
        </a:solidFill>
        <a:ln>
          <a:solidFill>
            <a:schemeClr val="tx1">
              <a:lumMod val="65000"/>
              <a:lumOff val="35000"/>
            </a:schemeClr>
          </a:solidFill>
        </a:ln>
      </dgm:spPr>
      <dgm:t>
        <a:bodyPr anchor="t"/>
        <a:lstStyle/>
        <a:p>
          <a:pPr rtl="0"/>
          <a:r>
            <a:rPr lang="en-US" sz="1100" dirty="0"/>
            <a:t> </a:t>
          </a:r>
          <a:r>
            <a:rPr lang="en-US" sz="1200" dirty="0">
              <a:solidFill>
                <a:schemeClr val="tx1"/>
              </a:solidFill>
            </a:rPr>
            <a:t>The highest count of the categorical variable is determined and assigned to the new record</a:t>
          </a:r>
          <a:r>
            <a:rPr lang="en-US" sz="1200" dirty="0"/>
            <a:t>.</a:t>
          </a:r>
          <a:endParaRPr lang="en-IN" sz="1200" dirty="0"/>
        </a:p>
      </dgm:t>
    </dgm:pt>
    <dgm:pt modelId="{7DFBCAB4-9177-4FC6-B107-1157D57FD85F}" type="parTrans" cxnId="{F9625276-5906-4EFA-AD87-006EBFAA58E6}">
      <dgm:prSet/>
      <dgm:spPr/>
      <dgm:t>
        <a:bodyPr/>
        <a:lstStyle/>
        <a:p>
          <a:endParaRPr lang="en-US"/>
        </a:p>
      </dgm:t>
    </dgm:pt>
    <dgm:pt modelId="{FCF94972-B01F-4F4B-B29B-A0D5484D5CB4}" type="sibTrans" cxnId="{F9625276-5906-4EFA-AD87-006EBFAA58E6}">
      <dgm:prSet/>
      <dgm:spPr/>
      <dgm:t>
        <a:bodyPr/>
        <a:lstStyle/>
        <a:p>
          <a:endParaRPr lang="en-US"/>
        </a:p>
      </dgm:t>
    </dgm:pt>
    <dgm:pt modelId="{C89C9501-EFA3-448F-96B4-F4FF495896B9}" type="pres">
      <dgm:prSet presAssocID="{6459AA7F-1C5E-4EA1-AB3D-137A28CC35BF}" presName="compositeShape" presStyleCnt="0">
        <dgm:presLayoutVars>
          <dgm:chMax val="7"/>
          <dgm:dir/>
          <dgm:resizeHandles val="exact"/>
        </dgm:presLayoutVars>
      </dgm:prSet>
      <dgm:spPr/>
    </dgm:pt>
    <dgm:pt modelId="{56CEF6B2-F028-43D5-9F16-8E4126A8C6E6}" type="pres">
      <dgm:prSet presAssocID="{6459AA7F-1C5E-4EA1-AB3D-137A28CC35BF}" presName="wedge1" presStyleLbl="node1" presStyleIdx="0" presStyleCnt="5" custScaleX="102193" custScaleY="103691"/>
      <dgm:spPr/>
    </dgm:pt>
    <dgm:pt modelId="{0AC1AA90-39E9-4691-87B9-12802D514E57}" type="pres">
      <dgm:prSet presAssocID="{6459AA7F-1C5E-4EA1-AB3D-137A28CC35BF}" presName="dummy1a" presStyleCnt="0"/>
      <dgm:spPr/>
    </dgm:pt>
    <dgm:pt modelId="{5712B64B-3440-4CD6-B421-911465CA3020}" type="pres">
      <dgm:prSet presAssocID="{6459AA7F-1C5E-4EA1-AB3D-137A28CC35BF}" presName="dummy1b" presStyleCnt="0"/>
      <dgm:spPr/>
    </dgm:pt>
    <dgm:pt modelId="{603FA981-AAF5-4487-8683-9568651CD07B}" type="pres">
      <dgm:prSet presAssocID="{6459AA7F-1C5E-4EA1-AB3D-137A28CC35BF}" presName="wedge1Tx" presStyleLbl="node1" presStyleIdx="0" presStyleCnt="5">
        <dgm:presLayoutVars>
          <dgm:chMax val="0"/>
          <dgm:chPref val="0"/>
          <dgm:bulletEnabled val="1"/>
        </dgm:presLayoutVars>
      </dgm:prSet>
      <dgm:spPr/>
    </dgm:pt>
    <dgm:pt modelId="{90684721-185C-460E-ADDA-857CF8EE92E6}" type="pres">
      <dgm:prSet presAssocID="{6459AA7F-1C5E-4EA1-AB3D-137A28CC35BF}" presName="wedge2" presStyleLbl="node1" presStyleIdx="1" presStyleCnt="5" custScaleX="100523"/>
      <dgm:spPr/>
    </dgm:pt>
    <dgm:pt modelId="{B92691C4-7969-48F0-AE24-D86B7E9C8463}" type="pres">
      <dgm:prSet presAssocID="{6459AA7F-1C5E-4EA1-AB3D-137A28CC35BF}" presName="dummy2a" presStyleCnt="0"/>
      <dgm:spPr/>
    </dgm:pt>
    <dgm:pt modelId="{48A0CD3B-4D39-4FEC-A553-2C2A9738416C}" type="pres">
      <dgm:prSet presAssocID="{6459AA7F-1C5E-4EA1-AB3D-137A28CC35BF}" presName="dummy2b" presStyleCnt="0"/>
      <dgm:spPr/>
    </dgm:pt>
    <dgm:pt modelId="{F99D8D22-6E1E-41CD-BB1D-6BE0645D4B6E}" type="pres">
      <dgm:prSet presAssocID="{6459AA7F-1C5E-4EA1-AB3D-137A28CC35BF}" presName="wedge2Tx" presStyleLbl="node1" presStyleIdx="1" presStyleCnt="5">
        <dgm:presLayoutVars>
          <dgm:chMax val="0"/>
          <dgm:chPref val="0"/>
          <dgm:bulletEnabled val="1"/>
        </dgm:presLayoutVars>
      </dgm:prSet>
      <dgm:spPr/>
    </dgm:pt>
    <dgm:pt modelId="{AE6A3A1A-64FA-43D3-8C17-511C127A1CE9}" type="pres">
      <dgm:prSet presAssocID="{6459AA7F-1C5E-4EA1-AB3D-137A28CC35BF}" presName="wedge3" presStyleLbl="node1" presStyleIdx="2" presStyleCnt="5"/>
      <dgm:spPr/>
    </dgm:pt>
    <dgm:pt modelId="{B3166BAB-0AB8-4C0A-B449-137FBE700FD9}" type="pres">
      <dgm:prSet presAssocID="{6459AA7F-1C5E-4EA1-AB3D-137A28CC35BF}" presName="dummy3a" presStyleCnt="0"/>
      <dgm:spPr/>
    </dgm:pt>
    <dgm:pt modelId="{22718FDD-5366-4164-B9C9-C8B7CF24AA2B}" type="pres">
      <dgm:prSet presAssocID="{6459AA7F-1C5E-4EA1-AB3D-137A28CC35BF}" presName="dummy3b" presStyleCnt="0"/>
      <dgm:spPr/>
    </dgm:pt>
    <dgm:pt modelId="{A8E82C8D-A2F2-495A-8288-60347777A1D0}" type="pres">
      <dgm:prSet presAssocID="{6459AA7F-1C5E-4EA1-AB3D-137A28CC35BF}" presName="wedge3Tx" presStyleLbl="node1" presStyleIdx="2" presStyleCnt="5">
        <dgm:presLayoutVars>
          <dgm:chMax val="0"/>
          <dgm:chPref val="0"/>
          <dgm:bulletEnabled val="1"/>
        </dgm:presLayoutVars>
      </dgm:prSet>
      <dgm:spPr/>
    </dgm:pt>
    <dgm:pt modelId="{086A792F-B37F-4F4A-A04E-0D71BF8CF471}" type="pres">
      <dgm:prSet presAssocID="{6459AA7F-1C5E-4EA1-AB3D-137A28CC35BF}" presName="wedge4" presStyleLbl="node1" presStyleIdx="3" presStyleCnt="5"/>
      <dgm:spPr/>
    </dgm:pt>
    <dgm:pt modelId="{F49A522E-2735-4291-A438-4C91AFC21A51}" type="pres">
      <dgm:prSet presAssocID="{6459AA7F-1C5E-4EA1-AB3D-137A28CC35BF}" presName="dummy4a" presStyleCnt="0"/>
      <dgm:spPr/>
    </dgm:pt>
    <dgm:pt modelId="{D01FC373-09D4-48EE-9D2B-2B68E19AF2D6}" type="pres">
      <dgm:prSet presAssocID="{6459AA7F-1C5E-4EA1-AB3D-137A28CC35BF}" presName="dummy4b" presStyleCnt="0"/>
      <dgm:spPr/>
    </dgm:pt>
    <dgm:pt modelId="{ACB0EC27-203B-48F9-8BD0-C85372664C9F}" type="pres">
      <dgm:prSet presAssocID="{6459AA7F-1C5E-4EA1-AB3D-137A28CC35BF}" presName="wedge4Tx" presStyleLbl="node1" presStyleIdx="3" presStyleCnt="5">
        <dgm:presLayoutVars>
          <dgm:chMax val="0"/>
          <dgm:chPref val="0"/>
          <dgm:bulletEnabled val="1"/>
        </dgm:presLayoutVars>
      </dgm:prSet>
      <dgm:spPr/>
    </dgm:pt>
    <dgm:pt modelId="{53849A54-F550-4AA2-8C84-D6AB3DE73AD3}" type="pres">
      <dgm:prSet presAssocID="{6459AA7F-1C5E-4EA1-AB3D-137A28CC35BF}" presName="wedge5" presStyleLbl="node1" presStyleIdx="4" presStyleCnt="5"/>
      <dgm:spPr/>
    </dgm:pt>
    <dgm:pt modelId="{05FDC405-4313-4CC6-8F67-6439469315C3}" type="pres">
      <dgm:prSet presAssocID="{6459AA7F-1C5E-4EA1-AB3D-137A28CC35BF}" presName="dummy5a" presStyleCnt="0"/>
      <dgm:spPr/>
    </dgm:pt>
    <dgm:pt modelId="{153AF6A5-BAB8-488A-93E6-4C3F49873D8D}" type="pres">
      <dgm:prSet presAssocID="{6459AA7F-1C5E-4EA1-AB3D-137A28CC35BF}" presName="dummy5b" presStyleCnt="0"/>
      <dgm:spPr/>
    </dgm:pt>
    <dgm:pt modelId="{6173472E-1676-40C5-B07B-36E392C23C56}" type="pres">
      <dgm:prSet presAssocID="{6459AA7F-1C5E-4EA1-AB3D-137A28CC35BF}" presName="wedge5Tx" presStyleLbl="node1" presStyleIdx="4" presStyleCnt="5">
        <dgm:presLayoutVars>
          <dgm:chMax val="0"/>
          <dgm:chPref val="0"/>
          <dgm:bulletEnabled val="1"/>
        </dgm:presLayoutVars>
      </dgm:prSet>
      <dgm:spPr/>
    </dgm:pt>
    <dgm:pt modelId="{8568FFE6-466A-454F-8483-7BF37FFF0E83}" type="pres">
      <dgm:prSet presAssocID="{C8C2EC8B-1ACC-4A18-9337-C4A6AEB700B5}" presName="arrowWedge1" presStyleLbl="fgSibTrans2D1" presStyleIdx="0" presStyleCnt="5"/>
      <dgm:spPr>
        <a:solidFill>
          <a:srgbClr val="4D4D4D"/>
        </a:solidFill>
      </dgm:spPr>
    </dgm:pt>
    <dgm:pt modelId="{9B11A3CD-90E7-4D99-A953-C7153F2B9F0A}" type="pres">
      <dgm:prSet presAssocID="{257CA144-3D4C-4A59-939E-68C81FD25935}" presName="arrowWedge2" presStyleLbl="fgSibTrans2D1" presStyleIdx="1" presStyleCnt="5" custScaleX="99301" custScaleY="98654"/>
      <dgm:spPr>
        <a:solidFill>
          <a:srgbClr val="4D4D4D"/>
        </a:solidFill>
      </dgm:spPr>
    </dgm:pt>
    <dgm:pt modelId="{E6F71095-3095-4771-BC4C-AFD07BD3A7DC}" type="pres">
      <dgm:prSet presAssocID="{746C6849-46CC-4DA8-BEA3-0C8FAA640136}" presName="arrowWedge3" presStyleLbl="fgSibTrans2D1" presStyleIdx="2" presStyleCnt="5"/>
      <dgm:spPr>
        <a:solidFill>
          <a:srgbClr val="4D4D4D"/>
        </a:solidFill>
      </dgm:spPr>
    </dgm:pt>
    <dgm:pt modelId="{FD69283B-434B-49D7-8BE9-96375948C156}" type="pres">
      <dgm:prSet presAssocID="{FCF94972-B01F-4F4B-B29B-A0D5484D5CB4}" presName="arrowWedge4" presStyleLbl="fgSibTrans2D1" presStyleIdx="3" presStyleCnt="5"/>
      <dgm:spPr>
        <a:solidFill>
          <a:srgbClr val="4D4D4D"/>
        </a:solidFill>
      </dgm:spPr>
    </dgm:pt>
    <dgm:pt modelId="{7B3DB28C-3BBE-4976-A559-A8267AC0CCDC}" type="pres">
      <dgm:prSet presAssocID="{803331EF-9A83-4D87-AE3F-410A546E90EB}" presName="arrowWedge5" presStyleLbl="fgSibTrans2D1" presStyleIdx="4" presStyleCnt="5"/>
      <dgm:spPr>
        <a:solidFill>
          <a:srgbClr val="4D4D4D"/>
        </a:solidFill>
      </dgm:spPr>
    </dgm:pt>
  </dgm:ptLst>
  <dgm:cxnLst>
    <dgm:cxn modelId="{7F1E8323-9253-4D01-9B2B-2CDAF1748556}" type="presOf" srcId="{45C6130A-4A76-4CEB-9A3E-6B94504D5835}" destId="{AE6A3A1A-64FA-43D3-8C17-511C127A1CE9}" srcOrd="0" destOrd="0" presId="urn:microsoft.com/office/officeart/2005/8/layout/cycle8#1"/>
    <dgm:cxn modelId="{9399BE23-94EE-4BBC-A0F3-EA057582074D}" type="presOf" srcId="{6459AA7F-1C5E-4EA1-AB3D-137A28CC35BF}" destId="{C89C9501-EFA3-448F-96B4-F4FF495896B9}" srcOrd="0" destOrd="0" presId="urn:microsoft.com/office/officeart/2005/8/layout/cycle8#1"/>
    <dgm:cxn modelId="{1096F265-3EC4-4B36-ABD4-5E54E4DAD477}" type="presOf" srcId="{2A2B063A-DD93-4E14-9FA7-0F3BC647A5B5}" destId="{90684721-185C-460E-ADDA-857CF8EE92E6}" srcOrd="0" destOrd="0" presId="urn:microsoft.com/office/officeart/2005/8/layout/cycle8#1"/>
    <dgm:cxn modelId="{F9625276-5906-4EFA-AD87-006EBFAA58E6}" srcId="{6459AA7F-1C5E-4EA1-AB3D-137A28CC35BF}" destId="{ACDE9C24-7CD0-4DA6-837E-9CFF877CC3DA}" srcOrd="3" destOrd="0" parTransId="{7DFBCAB4-9177-4FC6-B107-1157D57FD85F}" sibTransId="{FCF94972-B01F-4F4B-B29B-A0D5484D5CB4}"/>
    <dgm:cxn modelId="{3E3B7559-D2A8-4857-BFED-223C1D4B2B62}" srcId="{6459AA7F-1C5E-4EA1-AB3D-137A28CC35BF}" destId="{2A2B063A-DD93-4E14-9FA7-0F3BC647A5B5}" srcOrd="1" destOrd="0" parTransId="{ACA5E36B-ACA6-4A3C-ABFA-76B6EF958B5A}" sibTransId="{257CA144-3D4C-4A59-939E-68C81FD25935}"/>
    <dgm:cxn modelId="{00644E7B-E0C1-4B3D-912E-6DF9EE1A504A}" type="presOf" srcId="{1DD4FF7C-931F-46CC-A146-39549917CDB0}" destId="{6173472E-1676-40C5-B07B-36E392C23C56}" srcOrd="1" destOrd="0" presId="urn:microsoft.com/office/officeart/2005/8/layout/cycle8#1"/>
    <dgm:cxn modelId="{253D3A83-65FD-45C9-88E5-D25DFA96CE95}" srcId="{6459AA7F-1C5E-4EA1-AB3D-137A28CC35BF}" destId="{1DD4FF7C-931F-46CC-A146-39549917CDB0}" srcOrd="4" destOrd="0" parTransId="{BB55D05A-54A5-4B8E-B4E7-C23DDC143FAC}" sibTransId="{803331EF-9A83-4D87-AE3F-410A546E90EB}"/>
    <dgm:cxn modelId="{4CC02388-07E5-457F-B415-B6427A71D036}" srcId="{6459AA7F-1C5E-4EA1-AB3D-137A28CC35BF}" destId="{45C6130A-4A76-4CEB-9A3E-6B94504D5835}" srcOrd="2" destOrd="0" parTransId="{9247E150-20F6-49DB-B4AC-208BAEA7E3FF}" sibTransId="{746C6849-46CC-4DA8-BEA3-0C8FAA640136}"/>
    <dgm:cxn modelId="{8CA9F794-9BE0-47D8-A6F9-0AC852F93383}" srcId="{6459AA7F-1C5E-4EA1-AB3D-137A28CC35BF}" destId="{942218AD-5DBD-4B8E-9AE3-97A345CAEC84}" srcOrd="0" destOrd="0" parTransId="{7C891C9F-04BA-431D-8EEF-D36E33DC0F92}" sibTransId="{C8C2EC8B-1ACC-4A18-9337-C4A6AEB700B5}"/>
    <dgm:cxn modelId="{BDE3C89A-4E26-4582-A0DD-B6C6845EC680}" type="presOf" srcId="{ACDE9C24-7CD0-4DA6-837E-9CFF877CC3DA}" destId="{086A792F-B37F-4F4A-A04E-0D71BF8CF471}" srcOrd="0" destOrd="0" presId="urn:microsoft.com/office/officeart/2005/8/layout/cycle8#1"/>
    <dgm:cxn modelId="{621C119E-E10B-49EC-9C7E-ED6837572977}" type="presOf" srcId="{942218AD-5DBD-4B8E-9AE3-97A345CAEC84}" destId="{56CEF6B2-F028-43D5-9F16-8E4126A8C6E6}" srcOrd="0" destOrd="0" presId="urn:microsoft.com/office/officeart/2005/8/layout/cycle8#1"/>
    <dgm:cxn modelId="{049974A5-43CC-409D-834B-7E891119E06F}" type="presOf" srcId="{ACDE9C24-7CD0-4DA6-837E-9CFF877CC3DA}" destId="{ACB0EC27-203B-48F9-8BD0-C85372664C9F}" srcOrd="1" destOrd="0" presId="urn:microsoft.com/office/officeart/2005/8/layout/cycle8#1"/>
    <dgm:cxn modelId="{A5473AAF-B890-4654-BB8A-40CC179F4591}" type="presOf" srcId="{2A2B063A-DD93-4E14-9FA7-0F3BC647A5B5}" destId="{F99D8D22-6E1E-41CD-BB1D-6BE0645D4B6E}" srcOrd="1" destOrd="0" presId="urn:microsoft.com/office/officeart/2005/8/layout/cycle8#1"/>
    <dgm:cxn modelId="{3A9657AF-2E70-4506-A2A1-8B83A9BEF553}" type="presOf" srcId="{942218AD-5DBD-4B8E-9AE3-97A345CAEC84}" destId="{603FA981-AAF5-4487-8683-9568651CD07B}" srcOrd="1" destOrd="0" presId="urn:microsoft.com/office/officeart/2005/8/layout/cycle8#1"/>
    <dgm:cxn modelId="{3287DDB0-90D5-4E5A-A24F-D12C883E9CFA}" type="presOf" srcId="{1DD4FF7C-931F-46CC-A146-39549917CDB0}" destId="{53849A54-F550-4AA2-8C84-D6AB3DE73AD3}" srcOrd="0" destOrd="0" presId="urn:microsoft.com/office/officeart/2005/8/layout/cycle8#1"/>
    <dgm:cxn modelId="{BB537BEE-596C-4CA9-87C4-612D338AF835}" type="presOf" srcId="{45C6130A-4A76-4CEB-9A3E-6B94504D5835}" destId="{A8E82C8D-A2F2-495A-8288-60347777A1D0}" srcOrd="1" destOrd="0" presId="urn:microsoft.com/office/officeart/2005/8/layout/cycle8#1"/>
    <dgm:cxn modelId="{769D7BAF-317A-4955-8A32-99EF01C38816}" type="presParOf" srcId="{C89C9501-EFA3-448F-96B4-F4FF495896B9}" destId="{56CEF6B2-F028-43D5-9F16-8E4126A8C6E6}" srcOrd="0" destOrd="0" presId="urn:microsoft.com/office/officeart/2005/8/layout/cycle8#1"/>
    <dgm:cxn modelId="{E4794A56-2694-47E5-BCA5-69E4DA4AFFB8}" type="presParOf" srcId="{C89C9501-EFA3-448F-96B4-F4FF495896B9}" destId="{0AC1AA90-39E9-4691-87B9-12802D514E57}" srcOrd="1" destOrd="0" presId="urn:microsoft.com/office/officeart/2005/8/layout/cycle8#1"/>
    <dgm:cxn modelId="{74965F5A-42F1-4A9F-9531-5592C1C469D8}" type="presParOf" srcId="{C89C9501-EFA3-448F-96B4-F4FF495896B9}" destId="{5712B64B-3440-4CD6-B421-911465CA3020}" srcOrd="2" destOrd="0" presId="urn:microsoft.com/office/officeart/2005/8/layout/cycle8#1"/>
    <dgm:cxn modelId="{9F47506E-7EA3-4713-8B57-13B46E4FEF09}" type="presParOf" srcId="{C89C9501-EFA3-448F-96B4-F4FF495896B9}" destId="{603FA981-AAF5-4487-8683-9568651CD07B}" srcOrd="3" destOrd="0" presId="urn:microsoft.com/office/officeart/2005/8/layout/cycle8#1"/>
    <dgm:cxn modelId="{6FEA5A81-8458-476D-8CB0-AD5F19BA2B8B}" type="presParOf" srcId="{C89C9501-EFA3-448F-96B4-F4FF495896B9}" destId="{90684721-185C-460E-ADDA-857CF8EE92E6}" srcOrd="4" destOrd="0" presId="urn:microsoft.com/office/officeart/2005/8/layout/cycle8#1"/>
    <dgm:cxn modelId="{9FBCABAB-45E3-439F-90ED-321A83672644}" type="presParOf" srcId="{C89C9501-EFA3-448F-96B4-F4FF495896B9}" destId="{B92691C4-7969-48F0-AE24-D86B7E9C8463}" srcOrd="5" destOrd="0" presId="urn:microsoft.com/office/officeart/2005/8/layout/cycle8#1"/>
    <dgm:cxn modelId="{089C572A-6DB8-4692-BD03-BE9956F95D16}" type="presParOf" srcId="{C89C9501-EFA3-448F-96B4-F4FF495896B9}" destId="{48A0CD3B-4D39-4FEC-A553-2C2A9738416C}" srcOrd="6" destOrd="0" presId="urn:microsoft.com/office/officeart/2005/8/layout/cycle8#1"/>
    <dgm:cxn modelId="{115AF8BC-930A-4235-85B9-25F25DD9E091}" type="presParOf" srcId="{C89C9501-EFA3-448F-96B4-F4FF495896B9}" destId="{F99D8D22-6E1E-41CD-BB1D-6BE0645D4B6E}" srcOrd="7" destOrd="0" presId="urn:microsoft.com/office/officeart/2005/8/layout/cycle8#1"/>
    <dgm:cxn modelId="{21499638-F443-4FE4-8B13-0C5654DBB67C}" type="presParOf" srcId="{C89C9501-EFA3-448F-96B4-F4FF495896B9}" destId="{AE6A3A1A-64FA-43D3-8C17-511C127A1CE9}" srcOrd="8" destOrd="0" presId="urn:microsoft.com/office/officeart/2005/8/layout/cycle8#1"/>
    <dgm:cxn modelId="{6FCB35C2-0994-42D4-95B3-407A0D1CA5EC}" type="presParOf" srcId="{C89C9501-EFA3-448F-96B4-F4FF495896B9}" destId="{B3166BAB-0AB8-4C0A-B449-137FBE700FD9}" srcOrd="9" destOrd="0" presId="urn:microsoft.com/office/officeart/2005/8/layout/cycle8#1"/>
    <dgm:cxn modelId="{89C3E75B-E290-423E-B4B1-BB6C2AF21BE9}" type="presParOf" srcId="{C89C9501-EFA3-448F-96B4-F4FF495896B9}" destId="{22718FDD-5366-4164-B9C9-C8B7CF24AA2B}" srcOrd="10" destOrd="0" presId="urn:microsoft.com/office/officeart/2005/8/layout/cycle8#1"/>
    <dgm:cxn modelId="{B2A2E546-0CC3-403F-96DD-D7CA29B31C90}" type="presParOf" srcId="{C89C9501-EFA3-448F-96B4-F4FF495896B9}" destId="{A8E82C8D-A2F2-495A-8288-60347777A1D0}" srcOrd="11" destOrd="0" presId="urn:microsoft.com/office/officeart/2005/8/layout/cycle8#1"/>
    <dgm:cxn modelId="{BB852A30-6378-4D5F-8DE1-51F283C5B256}" type="presParOf" srcId="{C89C9501-EFA3-448F-96B4-F4FF495896B9}" destId="{086A792F-B37F-4F4A-A04E-0D71BF8CF471}" srcOrd="12" destOrd="0" presId="urn:microsoft.com/office/officeart/2005/8/layout/cycle8#1"/>
    <dgm:cxn modelId="{6A602D4B-7958-4FBB-9546-9ADB3A915F0C}" type="presParOf" srcId="{C89C9501-EFA3-448F-96B4-F4FF495896B9}" destId="{F49A522E-2735-4291-A438-4C91AFC21A51}" srcOrd="13" destOrd="0" presId="urn:microsoft.com/office/officeart/2005/8/layout/cycle8#1"/>
    <dgm:cxn modelId="{18EDE94F-5F79-4EFF-9DE4-BF554BED18E5}" type="presParOf" srcId="{C89C9501-EFA3-448F-96B4-F4FF495896B9}" destId="{D01FC373-09D4-48EE-9D2B-2B68E19AF2D6}" srcOrd="14" destOrd="0" presId="urn:microsoft.com/office/officeart/2005/8/layout/cycle8#1"/>
    <dgm:cxn modelId="{0854A412-99F5-4A53-AA56-277D5D10C0FB}" type="presParOf" srcId="{C89C9501-EFA3-448F-96B4-F4FF495896B9}" destId="{ACB0EC27-203B-48F9-8BD0-C85372664C9F}" srcOrd="15" destOrd="0" presId="urn:microsoft.com/office/officeart/2005/8/layout/cycle8#1"/>
    <dgm:cxn modelId="{E55B5E82-1A18-41ED-84BC-8CB60B83BB02}" type="presParOf" srcId="{C89C9501-EFA3-448F-96B4-F4FF495896B9}" destId="{53849A54-F550-4AA2-8C84-D6AB3DE73AD3}" srcOrd="16" destOrd="0" presId="urn:microsoft.com/office/officeart/2005/8/layout/cycle8#1"/>
    <dgm:cxn modelId="{C6EE9571-0EA2-48F6-8691-C2999AC8A549}" type="presParOf" srcId="{C89C9501-EFA3-448F-96B4-F4FF495896B9}" destId="{05FDC405-4313-4CC6-8F67-6439469315C3}" srcOrd="17" destOrd="0" presId="urn:microsoft.com/office/officeart/2005/8/layout/cycle8#1"/>
    <dgm:cxn modelId="{C639D319-A89C-4757-B8F0-56F474FA7979}" type="presParOf" srcId="{C89C9501-EFA3-448F-96B4-F4FF495896B9}" destId="{153AF6A5-BAB8-488A-93E6-4C3F49873D8D}" srcOrd="18" destOrd="0" presId="urn:microsoft.com/office/officeart/2005/8/layout/cycle8#1"/>
    <dgm:cxn modelId="{EF13063A-56DF-45FF-A502-6AD1EA27F0BA}" type="presParOf" srcId="{C89C9501-EFA3-448F-96B4-F4FF495896B9}" destId="{6173472E-1676-40C5-B07B-36E392C23C56}" srcOrd="19" destOrd="0" presId="urn:microsoft.com/office/officeart/2005/8/layout/cycle8#1"/>
    <dgm:cxn modelId="{D94C2D2E-6457-4760-8400-27B0E7495FC1}" type="presParOf" srcId="{C89C9501-EFA3-448F-96B4-F4FF495896B9}" destId="{8568FFE6-466A-454F-8483-7BF37FFF0E83}" srcOrd="20" destOrd="0" presId="urn:microsoft.com/office/officeart/2005/8/layout/cycle8#1"/>
    <dgm:cxn modelId="{FFF6B4AC-E4CD-4386-8547-D1B6BCEF41C8}" type="presParOf" srcId="{C89C9501-EFA3-448F-96B4-F4FF495896B9}" destId="{9B11A3CD-90E7-4D99-A953-C7153F2B9F0A}" srcOrd="21" destOrd="0" presId="urn:microsoft.com/office/officeart/2005/8/layout/cycle8#1"/>
    <dgm:cxn modelId="{2F23AB53-A707-42E8-9FAF-4B32F23C5D2D}" type="presParOf" srcId="{C89C9501-EFA3-448F-96B4-F4FF495896B9}" destId="{E6F71095-3095-4771-BC4C-AFD07BD3A7DC}" srcOrd="22" destOrd="0" presId="urn:microsoft.com/office/officeart/2005/8/layout/cycle8#1"/>
    <dgm:cxn modelId="{7E943117-741A-4BA8-A46D-A05C8AB53096}" type="presParOf" srcId="{C89C9501-EFA3-448F-96B4-F4FF495896B9}" destId="{FD69283B-434B-49D7-8BE9-96375948C156}" srcOrd="23" destOrd="0" presId="urn:microsoft.com/office/officeart/2005/8/layout/cycle8#1"/>
    <dgm:cxn modelId="{78F46599-5CAC-493D-AC82-BE4F300BAEDA}" type="presParOf" srcId="{C89C9501-EFA3-448F-96B4-F4FF495896B9}" destId="{7B3DB28C-3BBE-4976-A559-A8267AC0CCDC}" srcOrd="24" destOrd="0" presId="urn:microsoft.com/office/officeart/2005/8/layout/cycle8#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1CAB5-CB71-4823-A2AA-0E18F4411FD9}">
      <dsp:nvSpPr>
        <dsp:cNvPr id="0" name=""/>
        <dsp:cNvSpPr/>
      </dsp:nvSpPr>
      <dsp:spPr>
        <a:xfrm>
          <a:off x="7454" y="927325"/>
          <a:ext cx="3219768" cy="2403489"/>
        </a:xfrm>
        <a:prstGeom prst="round2SameRect">
          <a:avLst>
            <a:gd name="adj1" fmla="val 8000"/>
            <a:gd name="adj2" fmla="val 0"/>
          </a:avLst>
        </a:prstGeom>
        <a:solidFill>
          <a:srgbClr val="DED8E4">
            <a:alpha val="90000"/>
          </a:srgbClr>
        </a:solidFill>
        <a:ln w="22225" cap="rnd"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0" lvl="1" indent="0" algn="ctr" defTabSz="457200" rtl="0" eaLnBrk="1" latinLnBrk="0" hangingPunct="1">
            <a:lnSpc>
              <a:spcPct val="110000"/>
            </a:lnSpc>
            <a:spcBef>
              <a:spcPct val="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Input data is called training data and has a known label or result such as spam or not spam, a stock price at a time.</a:t>
          </a:r>
        </a:p>
      </dsp:txBody>
      <dsp:txXfrm>
        <a:off x="63771" y="983642"/>
        <a:ext cx="3107134" cy="2347172"/>
      </dsp:txXfrm>
    </dsp:sp>
    <dsp:sp modelId="{E2DBBE91-7065-4E81-88AD-D29F6F44C15A}">
      <dsp:nvSpPr>
        <dsp:cNvPr id="0" name=""/>
        <dsp:cNvSpPr/>
      </dsp:nvSpPr>
      <dsp:spPr>
        <a:xfrm>
          <a:off x="7454" y="3330815"/>
          <a:ext cx="3219768" cy="1033500"/>
        </a:xfrm>
        <a:prstGeom prst="rect">
          <a:avLst/>
        </a:prstGeom>
        <a:solidFill>
          <a:srgbClr val="4D4D4D"/>
        </a:solidFill>
        <a:ln w="22225" cap="rnd" cmpd="sng" algn="ctr">
          <a:solidFill>
            <a:schemeClr val="tx1"/>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76200" tIns="0" rIns="25400" bIns="0" numCol="1" spcCol="1270" anchor="ctr" anchorCtr="0">
          <a:noAutofit/>
        </a:bodyPr>
        <a:lstStyle/>
        <a:p>
          <a:pPr marL="0" lvl="0" indent="0" algn="ctr" defTabSz="889000">
            <a:lnSpc>
              <a:spcPct val="90000"/>
            </a:lnSpc>
            <a:spcBef>
              <a:spcPct val="0"/>
            </a:spcBef>
            <a:spcAft>
              <a:spcPct val="35000"/>
            </a:spcAft>
            <a:buNone/>
          </a:pPr>
          <a:r>
            <a:rPr lang="en-US" sz="2000" kern="1200" dirty="0"/>
            <a:t>Supervised Learning</a:t>
          </a:r>
        </a:p>
      </dsp:txBody>
      <dsp:txXfrm>
        <a:off x="7454" y="3330815"/>
        <a:ext cx="2267442" cy="1033500"/>
      </dsp:txXfrm>
    </dsp:sp>
    <dsp:sp modelId="{1D94F7F5-232F-4537-BFBB-58DBFFFFFDB3}">
      <dsp:nvSpPr>
        <dsp:cNvPr id="0" name=""/>
        <dsp:cNvSpPr/>
      </dsp:nvSpPr>
      <dsp:spPr>
        <a:xfrm>
          <a:off x="2365979" y="3494977"/>
          <a:ext cx="1126919" cy="1126919"/>
        </a:xfrm>
        <a:prstGeom prst="roundRect">
          <a:avLst/>
        </a:prstGeom>
        <a:blipFill rotWithShape="1">
          <a:blip xmlns:r="http://schemas.openxmlformats.org/officeDocument/2006/relationships" r:embed="rId1"/>
          <a:stretch>
            <a:fillRect/>
          </a:stretch>
        </a:blip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A21A65-B6EE-4653-BD5F-DC1E13D5C966}">
      <dsp:nvSpPr>
        <dsp:cNvPr id="0" name=""/>
        <dsp:cNvSpPr/>
      </dsp:nvSpPr>
      <dsp:spPr>
        <a:xfrm>
          <a:off x="3772085" y="927325"/>
          <a:ext cx="3219768" cy="2403489"/>
        </a:xfrm>
        <a:prstGeom prst="round2SameRect">
          <a:avLst>
            <a:gd name="adj1" fmla="val 8000"/>
            <a:gd name="adj2" fmla="val 0"/>
          </a:avLst>
        </a:prstGeom>
        <a:solidFill>
          <a:srgbClr val="DED8E4">
            <a:alpha val="90000"/>
          </a:srgbClr>
        </a:solidFill>
        <a:ln w="22225" cap="rnd"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0" lvl="1" indent="0" algn="ctr" defTabSz="457200" rtl="0" eaLnBrk="1" latinLnBrk="0" hangingPunct="1">
            <a:lnSpc>
              <a:spcPct val="110000"/>
            </a:lnSpc>
            <a:spcBef>
              <a:spcPct val="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Input data is not labelled and does not have a known result.</a:t>
          </a:r>
        </a:p>
      </dsp:txBody>
      <dsp:txXfrm>
        <a:off x="3828402" y="983642"/>
        <a:ext cx="3107134" cy="2347172"/>
      </dsp:txXfrm>
    </dsp:sp>
    <dsp:sp modelId="{DB240440-BF74-41E5-9528-1D6915ADFD1A}">
      <dsp:nvSpPr>
        <dsp:cNvPr id="0" name=""/>
        <dsp:cNvSpPr/>
      </dsp:nvSpPr>
      <dsp:spPr>
        <a:xfrm>
          <a:off x="3772085" y="3330815"/>
          <a:ext cx="3219768" cy="1033500"/>
        </a:xfrm>
        <a:prstGeom prst="rect">
          <a:avLst/>
        </a:prstGeom>
        <a:solidFill>
          <a:srgbClr val="4D4D4D"/>
        </a:solidFill>
        <a:ln w="22225" cap="rnd" cmpd="sng" algn="ctr">
          <a:solidFill>
            <a:schemeClr val="tx1"/>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76200" tIns="0" rIns="25400" bIns="0" numCol="1" spcCol="1270" anchor="ctr" anchorCtr="0">
          <a:noAutofit/>
        </a:bodyPr>
        <a:lstStyle/>
        <a:p>
          <a:pPr marL="0" lvl="0" indent="0" algn="ctr" defTabSz="889000" rtl="0">
            <a:lnSpc>
              <a:spcPct val="90000"/>
            </a:lnSpc>
            <a:spcBef>
              <a:spcPct val="0"/>
            </a:spcBef>
            <a:spcAft>
              <a:spcPct val="35000"/>
            </a:spcAft>
            <a:buNone/>
          </a:pPr>
          <a:r>
            <a:rPr lang="en-US" sz="2000" kern="1200" dirty="0"/>
            <a:t>Unsupervised learning</a:t>
          </a:r>
        </a:p>
      </dsp:txBody>
      <dsp:txXfrm>
        <a:off x="3772085" y="3330815"/>
        <a:ext cx="2267442" cy="1033500"/>
      </dsp:txXfrm>
    </dsp:sp>
    <dsp:sp modelId="{1E9374C2-7E60-468A-AF11-C6E9FA95CBEE}">
      <dsp:nvSpPr>
        <dsp:cNvPr id="0" name=""/>
        <dsp:cNvSpPr/>
      </dsp:nvSpPr>
      <dsp:spPr>
        <a:xfrm>
          <a:off x="6130610" y="3494977"/>
          <a:ext cx="1126919" cy="1126919"/>
        </a:xfrm>
        <a:prstGeom prst="roundRect">
          <a:avLst/>
        </a:prstGeom>
        <a:blipFill rotWithShape="1">
          <a:blip xmlns:r="http://schemas.openxmlformats.org/officeDocument/2006/relationships" r:embed="rId2"/>
          <a:stretch>
            <a:fillRect/>
          </a:stretch>
        </a:blip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1D60005-DD69-4281-BC22-C2B2E4D675A1}">
      <dsp:nvSpPr>
        <dsp:cNvPr id="0" name=""/>
        <dsp:cNvSpPr/>
      </dsp:nvSpPr>
      <dsp:spPr>
        <a:xfrm>
          <a:off x="7536717" y="927325"/>
          <a:ext cx="3219768" cy="2403489"/>
        </a:xfrm>
        <a:prstGeom prst="round2SameRect">
          <a:avLst>
            <a:gd name="adj1" fmla="val 8000"/>
            <a:gd name="adj2" fmla="val 0"/>
          </a:avLst>
        </a:prstGeom>
        <a:solidFill>
          <a:srgbClr val="DED8E4">
            <a:alpha val="90000"/>
          </a:srgbClr>
        </a:solidFill>
        <a:ln w="22225" cap="rnd"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0" lvl="1" indent="0" algn="ctr" defTabSz="457200" rtl="0" eaLnBrk="1" latinLnBrk="0" hangingPunct="1">
            <a:lnSpc>
              <a:spcPct val="110000"/>
            </a:lnSpc>
            <a:spcBef>
              <a:spcPct val="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Input data is a mixture of-labelled and unlabeled examples</a:t>
          </a:r>
        </a:p>
      </dsp:txBody>
      <dsp:txXfrm>
        <a:off x="7593034" y="983642"/>
        <a:ext cx="3107134" cy="2347172"/>
      </dsp:txXfrm>
    </dsp:sp>
    <dsp:sp modelId="{EA632D87-C014-4DB1-8DE4-35C3BBD4149C}">
      <dsp:nvSpPr>
        <dsp:cNvPr id="0" name=""/>
        <dsp:cNvSpPr/>
      </dsp:nvSpPr>
      <dsp:spPr>
        <a:xfrm>
          <a:off x="7536717" y="3330815"/>
          <a:ext cx="3219768" cy="1033500"/>
        </a:xfrm>
        <a:prstGeom prst="rect">
          <a:avLst/>
        </a:prstGeom>
        <a:solidFill>
          <a:srgbClr val="4D4D4D"/>
        </a:solidFill>
        <a:ln w="22225" cap="rnd" cmpd="sng" algn="ctr">
          <a:solidFill>
            <a:schemeClr val="tx1"/>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76200" tIns="0" rIns="25400" bIns="0" numCol="1" spcCol="1270" anchor="ctr" anchorCtr="0">
          <a:noAutofit/>
        </a:bodyPr>
        <a:lstStyle/>
        <a:p>
          <a:pPr marL="0" lvl="0" indent="0" algn="ctr" defTabSz="889000">
            <a:lnSpc>
              <a:spcPct val="90000"/>
            </a:lnSpc>
            <a:spcBef>
              <a:spcPct val="0"/>
            </a:spcBef>
            <a:spcAft>
              <a:spcPct val="35000"/>
            </a:spcAft>
            <a:buNone/>
          </a:pPr>
          <a:r>
            <a:rPr lang="en-US" sz="2000" kern="1200" dirty="0"/>
            <a:t>Semi-Supervised learning</a:t>
          </a:r>
        </a:p>
      </dsp:txBody>
      <dsp:txXfrm>
        <a:off x="7536717" y="3330815"/>
        <a:ext cx="2267442" cy="1033500"/>
      </dsp:txXfrm>
    </dsp:sp>
    <dsp:sp modelId="{61D6BDD6-2B74-42B8-A4EB-9F142FE3AFBA}">
      <dsp:nvSpPr>
        <dsp:cNvPr id="0" name=""/>
        <dsp:cNvSpPr/>
      </dsp:nvSpPr>
      <dsp:spPr>
        <a:xfrm>
          <a:off x="9895242" y="3494977"/>
          <a:ext cx="1126919" cy="1126919"/>
        </a:xfrm>
        <a:prstGeom prst="roundRect">
          <a:avLst/>
        </a:prstGeom>
        <a:blipFill rotWithShape="1">
          <a:blip xmlns:r="http://schemas.openxmlformats.org/officeDocument/2006/relationships" r:embed="rId3"/>
          <a:stretch>
            <a:fillRect/>
          </a:stretch>
        </a:blip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D6B96-D80D-4209-B991-E95026DF9B28}">
      <dsp:nvSpPr>
        <dsp:cNvPr id="0" name=""/>
        <dsp:cNvSpPr/>
      </dsp:nvSpPr>
      <dsp:spPr>
        <a:xfrm>
          <a:off x="1204875" y="0"/>
          <a:ext cx="3970359" cy="3571784"/>
        </a:xfrm>
        <a:prstGeom prst="triangle">
          <a:avLst/>
        </a:prstGeom>
        <a:gradFill flip="none" rotWithShape="0">
          <a:gsLst>
            <a:gs pos="0">
              <a:srgbClr val="969696">
                <a:tint val="66000"/>
                <a:satMod val="160000"/>
              </a:srgbClr>
            </a:gs>
            <a:gs pos="50000">
              <a:srgbClr val="969696">
                <a:tint val="44500"/>
                <a:satMod val="160000"/>
              </a:srgbClr>
            </a:gs>
            <a:gs pos="100000">
              <a:srgbClr val="969696">
                <a:tint val="23500"/>
                <a:satMod val="160000"/>
              </a:srgbClr>
            </a:gs>
          </a:gsLst>
          <a:lin ang="16200000" scaled="1"/>
          <a:tileRect/>
        </a:gra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C2C2B4-3786-4037-A0ED-0C683EE908D7}">
      <dsp:nvSpPr>
        <dsp:cNvPr id="0" name=""/>
        <dsp:cNvSpPr/>
      </dsp:nvSpPr>
      <dsp:spPr>
        <a:xfrm>
          <a:off x="3190055" y="359096"/>
          <a:ext cx="2321659" cy="845508"/>
        </a:xfrm>
        <a:prstGeom prst="roundRect">
          <a:avLst/>
        </a:prstGeom>
        <a:solidFill>
          <a:schemeClr val="lt1">
            <a:alpha val="90000"/>
            <a:hueOff val="0"/>
            <a:satOff val="0"/>
            <a:lumOff val="0"/>
            <a:alphaOff val="0"/>
          </a:schemeClr>
        </a:solidFill>
        <a:ln w="22225" cap="rnd"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75000"/>
                  <a:lumOff val="25000"/>
                </a:schemeClr>
              </a:solidFill>
              <a:latin typeface="+mn-lt"/>
              <a:ea typeface="+mn-ea"/>
              <a:cs typeface="+mn-cs"/>
            </a:rPr>
            <a:t>THE DATA LAYER</a:t>
          </a:r>
          <a:endParaRPr lang="en-US" sz="2300" kern="1200" dirty="0"/>
        </a:p>
      </dsp:txBody>
      <dsp:txXfrm>
        <a:off x="3231329" y="400370"/>
        <a:ext cx="2239111" cy="762960"/>
      </dsp:txXfrm>
    </dsp:sp>
    <dsp:sp modelId="{74685C7F-8A01-4A97-A77D-D3DB775A60CA}">
      <dsp:nvSpPr>
        <dsp:cNvPr id="0" name=""/>
        <dsp:cNvSpPr/>
      </dsp:nvSpPr>
      <dsp:spPr>
        <a:xfrm>
          <a:off x="3190055" y="1310293"/>
          <a:ext cx="2321659" cy="845508"/>
        </a:xfrm>
        <a:prstGeom prst="roundRect">
          <a:avLst/>
        </a:prstGeom>
        <a:solidFill>
          <a:schemeClr val="lt1">
            <a:alpha val="90000"/>
            <a:hueOff val="0"/>
            <a:satOff val="0"/>
            <a:lumOff val="0"/>
            <a:alphaOff val="0"/>
          </a:schemeClr>
        </a:solidFill>
        <a:ln w="22225" cap="rnd"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75000"/>
                  <a:lumOff val="25000"/>
                </a:schemeClr>
              </a:solidFill>
              <a:latin typeface="+mn-lt"/>
              <a:ea typeface="+mn-ea"/>
              <a:cs typeface="+mn-cs"/>
            </a:rPr>
            <a:t>BUSINESS LAYER</a:t>
          </a:r>
        </a:p>
      </dsp:txBody>
      <dsp:txXfrm>
        <a:off x="3231329" y="1351567"/>
        <a:ext cx="2239111" cy="762960"/>
      </dsp:txXfrm>
    </dsp:sp>
    <dsp:sp modelId="{11A3B854-2CB0-4E5F-9722-F18CC18A78E7}">
      <dsp:nvSpPr>
        <dsp:cNvPr id="0" name=""/>
        <dsp:cNvSpPr/>
      </dsp:nvSpPr>
      <dsp:spPr>
        <a:xfrm>
          <a:off x="3190055" y="2261490"/>
          <a:ext cx="2321659" cy="845508"/>
        </a:xfrm>
        <a:prstGeom prst="roundRect">
          <a:avLst/>
        </a:prstGeom>
        <a:solidFill>
          <a:schemeClr val="lt1">
            <a:alpha val="90000"/>
            <a:hueOff val="0"/>
            <a:satOff val="0"/>
            <a:lumOff val="0"/>
            <a:alphaOff val="0"/>
          </a:schemeClr>
        </a:solidFill>
        <a:ln w="22225" cap="rnd"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75000"/>
                  <a:lumOff val="25000"/>
                </a:schemeClr>
              </a:solidFill>
              <a:latin typeface="+mn-lt"/>
              <a:ea typeface="+mn-ea"/>
              <a:cs typeface="+mn-cs"/>
            </a:rPr>
            <a:t>PRESENTATION LAYER</a:t>
          </a:r>
        </a:p>
      </dsp:txBody>
      <dsp:txXfrm>
        <a:off x="3231329" y="2302764"/>
        <a:ext cx="2239111" cy="762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C50B5F-0201-4AE6-857D-0FF006655042}">
      <dsp:nvSpPr>
        <dsp:cNvPr id="0" name=""/>
        <dsp:cNvSpPr/>
      </dsp:nvSpPr>
      <dsp:spPr>
        <a:xfrm>
          <a:off x="0" y="4219014"/>
          <a:ext cx="11029616" cy="0"/>
        </a:xfrm>
        <a:prstGeom prst="line">
          <a:avLst/>
        </a:pr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74C399-35E6-4462-B6FD-61495A5CC705}">
      <dsp:nvSpPr>
        <dsp:cNvPr id="0" name=""/>
        <dsp:cNvSpPr/>
      </dsp:nvSpPr>
      <dsp:spPr>
        <a:xfrm>
          <a:off x="0" y="2406880"/>
          <a:ext cx="11029616" cy="0"/>
        </a:xfrm>
        <a:prstGeom prst="line">
          <a:avLst/>
        </a:pr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3D5DA1-C0C3-46B1-824F-54A81A028EE7}">
      <dsp:nvSpPr>
        <dsp:cNvPr id="0" name=""/>
        <dsp:cNvSpPr/>
      </dsp:nvSpPr>
      <dsp:spPr>
        <a:xfrm>
          <a:off x="0" y="594746"/>
          <a:ext cx="11029616" cy="0"/>
        </a:xfrm>
        <a:prstGeom prst="line">
          <a:avLst/>
        </a:pr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984F09-AA44-464F-BC1B-6D45F2B32D50}">
      <dsp:nvSpPr>
        <dsp:cNvPr id="0" name=""/>
        <dsp:cNvSpPr/>
      </dsp:nvSpPr>
      <dsp:spPr>
        <a:xfrm>
          <a:off x="2867700" y="663"/>
          <a:ext cx="8161915" cy="594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914400" rtl="0" eaLnBrk="1" latinLnBrk="0" hangingPunct="1">
            <a:lnSpc>
              <a:spcPct val="90000"/>
            </a:lnSpc>
            <a:spcBef>
              <a:spcPct val="0"/>
            </a:spcBef>
            <a:spcAft>
              <a:spcPct val="35000"/>
            </a:spcAft>
            <a:buNone/>
          </a:pPr>
          <a:endParaRPr lang="en-US" sz="2000" b="1" kern="1200" dirty="0">
            <a:solidFill>
              <a:schemeClr val="tx1">
                <a:lumMod val="75000"/>
                <a:lumOff val="25000"/>
              </a:schemeClr>
            </a:solidFill>
            <a:latin typeface="+mn-lt"/>
            <a:ea typeface="+mn-ea"/>
            <a:cs typeface="+mn-cs"/>
          </a:endParaRPr>
        </a:p>
      </dsp:txBody>
      <dsp:txXfrm>
        <a:off x="2867700" y="663"/>
        <a:ext cx="8161915" cy="594083"/>
      </dsp:txXfrm>
    </dsp:sp>
    <dsp:sp modelId="{B63357E8-6DAA-466B-9362-3A097E6BA124}">
      <dsp:nvSpPr>
        <dsp:cNvPr id="0" name=""/>
        <dsp:cNvSpPr/>
      </dsp:nvSpPr>
      <dsp:spPr>
        <a:xfrm>
          <a:off x="0" y="663"/>
          <a:ext cx="2867700" cy="594083"/>
        </a:xfrm>
        <a:prstGeom prst="round2SameRect">
          <a:avLst>
            <a:gd name="adj1" fmla="val 16670"/>
            <a:gd name="adj2" fmla="val 0"/>
          </a:avLst>
        </a:prstGeom>
        <a:gradFill flip="none" rotWithShape="0">
          <a:gsLst>
            <a:gs pos="0">
              <a:srgbClr val="DED8E4">
                <a:shade val="30000"/>
                <a:satMod val="115000"/>
              </a:srgbClr>
            </a:gs>
            <a:gs pos="50000">
              <a:srgbClr val="DED8E4">
                <a:shade val="67500"/>
                <a:satMod val="115000"/>
              </a:srgbClr>
            </a:gs>
            <a:gs pos="100000">
              <a:srgbClr val="DED8E4">
                <a:shade val="100000"/>
                <a:satMod val="115000"/>
              </a:srgbClr>
            </a:gs>
          </a:gsLst>
          <a:lin ang="0" scaled="1"/>
          <a:tileRect/>
        </a:gradFill>
        <a:ln w="22225" cap="rnd"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lumMod val="75000"/>
                  <a:lumOff val="25000"/>
                </a:schemeClr>
              </a:solidFill>
              <a:latin typeface="+mn-lt"/>
              <a:ea typeface="+mn-ea"/>
              <a:cs typeface="+mn-cs"/>
            </a:rPr>
            <a:t>THE DATA LAYER</a:t>
          </a:r>
          <a:endParaRPr lang="en-US" sz="2300" kern="1200" dirty="0"/>
        </a:p>
      </dsp:txBody>
      <dsp:txXfrm>
        <a:off x="29006" y="29669"/>
        <a:ext cx="2809688" cy="565077"/>
      </dsp:txXfrm>
    </dsp:sp>
    <dsp:sp modelId="{B2CE4362-33D4-4728-8E07-FCEB331A3D84}">
      <dsp:nvSpPr>
        <dsp:cNvPr id="0" name=""/>
        <dsp:cNvSpPr/>
      </dsp:nvSpPr>
      <dsp:spPr>
        <a:xfrm>
          <a:off x="0" y="594746"/>
          <a:ext cx="11029616" cy="1188345"/>
        </a:xfrm>
        <a:prstGeom prst="rect">
          <a:avLst/>
        </a:prstGeom>
        <a:solidFill>
          <a:schemeClr val="accent2">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1" indent="0" algn="l" defTabSz="457200" rtl="0" eaLnBrk="1" latinLnBrk="0" hangingPunct="1">
            <a:lnSpc>
              <a:spcPct val="110000"/>
            </a:lnSpc>
            <a:spcBef>
              <a:spcPct val="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The data layer is a separate component (often setup as a separate single or group of projects in a .NET solution), whose sole purpose is to serve up the data from the database and return it to the caller.</a:t>
          </a:r>
        </a:p>
      </dsp:txBody>
      <dsp:txXfrm>
        <a:off x="0" y="594746"/>
        <a:ext cx="11029616" cy="1188345"/>
      </dsp:txXfrm>
    </dsp:sp>
    <dsp:sp modelId="{57F3D668-F922-48FF-9F31-11B5E6B50FD5}">
      <dsp:nvSpPr>
        <dsp:cNvPr id="0" name=""/>
        <dsp:cNvSpPr/>
      </dsp:nvSpPr>
      <dsp:spPr>
        <a:xfrm>
          <a:off x="2867700" y="1812796"/>
          <a:ext cx="8161915" cy="594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marL="0" lvl="0" indent="0" algn="l" defTabSz="1555750" rtl="0">
            <a:lnSpc>
              <a:spcPct val="90000"/>
            </a:lnSpc>
            <a:spcBef>
              <a:spcPct val="0"/>
            </a:spcBef>
            <a:spcAft>
              <a:spcPct val="35000"/>
            </a:spcAft>
            <a:buNone/>
          </a:pPr>
          <a:endParaRPr lang="en-US" sz="3500" kern="1200" dirty="0"/>
        </a:p>
      </dsp:txBody>
      <dsp:txXfrm>
        <a:off x="2867700" y="1812796"/>
        <a:ext cx="8161915" cy="594083"/>
      </dsp:txXfrm>
    </dsp:sp>
    <dsp:sp modelId="{1290EE65-D147-4BAF-9565-9B4C7559D97F}">
      <dsp:nvSpPr>
        <dsp:cNvPr id="0" name=""/>
        <dsp:cNvSpPr/>
      </dsp:nvSpPr>
      <dsp:spPr>
        <a:xfrm>
          <a:off x="0" y="1812796"/>
          <a:ext cx="2867700" cy="594083"/>
        </a:xfrm>
        <a:prstGeom prst="round2SameRect">
          <a:avLst>
            <a:gd name="adj1" fmla="val 16670"/>
            <a:gd name="adj2" fmla="val 0"/>
          </a:avLst>
        </a:prstGeom>
        <a:gradFill flip="none" rotWithShape="0">
          <a:gsLst>
            <a:gs pos="0">
              <a:srgbClr val="DED8E4">
                <a:shade val="30000"/>
                <a:satMod val="115000"/>
              </a:srgbClr>
            </a:gs>
            <a:gs pos="50000">
              <a:srgbClr val="DED8E4">
                <a:shade val="67500"/>
                <a:satMod val="115000"/>
              </a:srgbClr>
            </a:gs>
            <a:gs pos="100000">
              <a:srgbClr val="DED8E4">
                <a:shade val="100000"/>
                <a:satMod val="115000"/>
              </a:srgbClr>
            </a:gs>
          </a:gsLst>
          <a:lin ang="0" scaled="1"/>
          <a:tileRect/>
        </a:gradFill>
        <a:ln w="22225" cap="rnd"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lumMod val="75000"/>
                  <a:lumOff val="25000"/>
                </a:schemeClr>
              </a:solidFill>
              <a:latin typeface="+mn-lt"/>
              <a:ea typeface="+mn-ea"/>
              <a:cs typeface="+mn-cs"/>
            </a:rPr>
            <a:t>BUSINESS LAYER</a:t>
          </a:r>
          <a:endParaRPr lang="en-US" sz="2300" kern="1200" dirty="0"/>
        </a:p>
      </dsp:txBody>
      <dsp:txXfrm>
        <a:off x="29006" y="1841802"/>
        <a:ext cx="2809688" cy="565077"/>
      </dsp:txXfrm>
    </dsp:sp>
    <dsp:sp modelId="{3C6697D9-A139-4CF8-8FB5-398163196078}">
      <dsp:nvSpPr>
        <dsp:cNvPr id="0" name=""/>
        <dsp:cNvSpPr/>
      </dsp:nvSpPr>
      <dsp:spPr>
        <a:xfrm>
          <a:off x="0" y="2406880"/>
          <a:ext cx="11029616" cy="1188345"/>
        </a:xfrm>
        <a:prstGeom prst="rect">
          <a:avLst/>
        </a:prstGeom>
        <a:solidFill>
          <a:schemeClr val="accent2">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1" indent="0" algn="l" defTabSz="457200" rtl="0" eaLnBrk="1" latinLnBrk="0" hangingPunct="1">
            <a:lnSpc>
              <a:spcPct val="110000"/>
            </a:lnSpc>
            <a:spcBef>
              <a:spcPct val="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The business layer is vital in that it validates the input conditions before calling a method from the data layer.</a:t>
          </a:r>
        </a:p>
      </dsp:txBody>
      <dsp:txXfrm>
        <a:off x="0" y="2406880"/>
        <a:ext cx="11029616" cy="1188345"/>
      </dsp:txXfrm>
    </dsp:sp>
    <dsp:sp modelId="{B1C1D101-7CE8-4D75-B36B-CA3FBB5542AF}">
      <dsp:nvSpPr>
        <dsp:cNvPr id="0" name=""/>
        <dsp:cNvSpPr/>
      </dsp:nvSpPr>
      <dsp:spPr>
        <a:xfrm>
          <a:off x="2867700" y="3624930"/>
          <a:ext cx="8161915" cy="594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marL="0" lvl="0" indent="0" algn="l" defTabSz="1555750" rtl="0">
            <a:lnSpc>
              <a:spcPct val="90000"/>
            </a:lnSpc>
            <a:spcBef>
              <a:spcPct val="0"/>
            </a:spcBef>
            <a:spcAft>
              <a:spcPct val="35000"/>
            </a:spcAft>
            <a:buNone/>
          </a:pPr>
          <a:endParaRPr lang="en-US" sz="3500" kern="1200" dirty="0"/>
        </a:p>
      </dsp:txBody>
      <dsp:txXfrm>
        <a:off x="2867700" y="3624930"/>
        <a:ext cx="8161915" cy="594083"/>
      </dsp:txXfrm>
    </dsp:sp>
    <dsp:sp modelId="{D82E858E-9637-480A-AAAC-30D682AA8535}">
      <dsp:nvSpPr>
        <dsp:cNvPr id="0" name=""/>
        <dsp:cNvSpPr/>
      </dsp:nvSpPr>
      <dsp:spPr>
        <a:xfrm>
          <a:off x="0" y="3624930"/>
          <a:ext cx="2867700" cy="594083"/>
        </a:xfrm>
        <a:prstGeom prst="round2SameRect">
          <a:avLst>
            <a:gd name="adj1" fmla="val 16670"/>
            <a:gd name="adj2" fmla="val 0"/>
          </a:avLst>
        </a:prstGeom>
        <a:gradFill flip="none" rotWithShape="0">
          <a:gsLst>
            <a:gs pos="0">
              <a:srgbClr val="DED8E4">
                <a:shade val="30000"/>
                <a:satMod val="115000"/>
              </a:srgbClr>
            </a:gs>
            <a:gs pos="50000">
              <a:srgbClr val="DED8E4">
                <a:shade val="67500"/>
                <a:satMod val="115000"/>
              </a:srgbClr>
            </a:gs>
            <a:gs pos="100000">
              <a:srgbClr val="DED8E4">
                <a:shade val="100000"/>
                <a:satMod val="115000"/>
              </a:srgbClr>
            </a:gs>
          </a:gsLst>
          <a:lin ang="0" scaled="1"/>
          <a:tileRect/>
        </a:gradFill>
        <a:ln w="22225" cap="rnd"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lumMod val="75000"/>
                  <a:lumOff val="25000"/>
                </a:schemeClr>
              </a:solidFill>
              <a:latin typeface="+mn-lt"/>
              <a:ea typeface="+mn-ea"/>
              <a:cs typeface="+mn-cs"/>
            </a:rPr>
            <a:t>PRESENTATION LAYER</a:t>
          </a:r>
          <a:endParaRPr lang="en-US" sz="2300" kern="1200" dirty="0"/>
        </a:p>
      </dsp:txBody>
      <dsp:txXfrm>
        <a:off x="29006" y="3653936"/>
        <a:ext cx="2809688" cy="565077"/>
      </dsp:txXfrm>
    </dsp:sp>
    <dsp:sp modelId="{405F0081-C687-48A4-BFA4-257F3744CFC8}">
      <dsp:nvSpPr>
        <dsp:cNvPr id="0" name=""/>
        <dsp:cNvSpPr/>
      </dsp:nvSpPr>
      <dsp:spPr>
        <a:xfrm>
          <a:off x="0" y="4219014"/>
          <a:ext cx="11029616" cy="1188345"/>
        </a:xfrm>
        <a:prstGeom prst="rect">
          <a:avLst/>
        </a:prstGeom>
        <a:solidFill>
          <a:schemeClr val="accent2">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1" indent="0" algn="l" defTabSz="457200" rtl="0" eaLnBrk="1" latinLnBrk="0" hangingPunct="1">
            <a:lnSpc>
              <a:spcPct val="110000"/>
            </a:lnSpc>
            <a:spcBef>
              <a:spcPct val="0"/>
            </a:spcBef>
            <a:spcAft>
              <a:spcPts val="600"/>
            </a:spcAft>
            <a:buClr>
              <a:schemeClr val="accent1"/>
            </a:buClr>
            <a:buSzPct val="92000"/>
            <a:buFont typeface="Wingdings 2" panose="05020102010507070707" pitchFamily="18" charset="2"/>
            <a:buNone/>
          </a:pPr>
          <a:r>
            <a:rPr lang="en-US" sz="2000" kern="1200" dirty="0">
              <a:solidFill>
                <a:schemeClr val="tx1">
                  <a:lumMod val="75000"/>
                  <a:lumOff val="25000"/>
                </a:schemeClr>
              </a:solidFill>
              <a:latin typeface="+mn-lt"/>
              <a:ea typeface="+mn-ea"/>
              <a:cs typeface="+mn-cs"/>
            </a:rPr>
            <a:t>The presentation layer is the most important layer simply because it’s the one that everyone sees and uses.</a:t>
          </a:r>
        </a:p>
      </dsp:txBody>
      <dsp:txXfrm>
        <a:off x="0" y="4219014"/>
        <a:ext cx="11029616" cy="11883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07A039-5D4B-4CDA-BB9A-5BC906B0BCF6}">
      <dsp:nvSpPr>
        <dsp:cNvPr id="0" name=""/>
        <dsp:cNvSpPr/>
      </dsp:nvSpPr>
      <dsp:spPr>
        <a:xfrm rot="2562264">
          <a:off x="2419324" y="3501049"/>
          <a:ext cx="766852" cy="57480"/>
        </a:xfrm>
        <a:custGeom>
          <a:avLst/>
          <a:gdLst/>
          <a:ahLst/>
          <a:cxnLst/>
          <a:rect l="0" t="0" r="0" b="0"/>
          <a:pathLst>
            <a:path>
              <a:moveTo>
                <a:pt x="0" y="28740"/>
              </a:moveTo>
              <a:lnTo>
                <a:pt x="766852" y="28740"/>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58812E-D88D-4C93-998A-4027EE2D2DEB}">
      <dsp:nvSpPr>
        <dsp:cNvPr id="0" name=""/>
        <dsp:cNvSpPr/>
      </dsp:nvSpPr>
      <dsp:spPr>
        <a:xfrm>
          <a:off x="2520984" y="2454676"/>
          <a:ext cx="852671" cy="57480"/>
        </a:xfrm>
        <a:custGeom>
          <a:avLst/>
          <a:gdLst/>
          <a:ahLst/>
          <a:cxnLst/>
          <a:rect l="0" t="0" r="0" b="0"/>
          <a:pathLst>
            <a:path>
              <a:moveTo>
                <a:pt x="0" y="28740"/>
              </a:moveTo>
              <a:lnTo>
                <a:pt x="852671" y="28740"/>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EADC87-1FB8-4D1D-A9C5-4BDABD5D1DCA}">
      <dsp:nvSpPr>
        <dsp:cNvPr id="0" name=""/>
        <dsp:cNvSpPr/>
      </dsp:nvSpPr>
      <dsp:spPr>
        <a:xfrm rot="19104967">
          <a:off x="2408315" y="1401929"/>
          <a:ext cx="894151" cy="57480"/>
        </a:xfrm>
        <a:custGeom>
          <a:avLst/>
          <a:gdLst/>
          <a:ahLst/>
          <a:cxnLst/>
          <a:rect l="0" t="0" r="0" b="0"/>
          <a:pathLst>
            <a:path>
              <a:moveTo>
                <a:pt x="0" y="28740"/>
              </a:moveTo>
              <a:lnTo>
                <a:pt x="894151" y="28740"/>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4CB236-28C4-4276-A22E-CC9DCC9435EC}">
      <dsp:nvSpPr>
        <dsp:cNvPr id="0" name=""/>
        <dsp:cNvSpPr/>
      </dsp:nvSpPr>
      <dsp:spPr>
        <a:xfrm>
          <a:off x="451834" y="1266268"/>
          <a:ext cx="2434294" cy="2434294"/>
        </a:xfrm>
        <a:prstGeom prst="ellipse">
          <a:avLst/>
        </a:prstGeom>
        <a:solidFill>
          <a:srgbClr val="FF505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649EBB-7E07-495C-A33D-DD47D020D45A}">
      <dsp:nvSpPr>
        <dsp:cNvPr id="0" name=""/>
        <dsp:cNvSpPr/>
      </dsp:nvSpPr>
      <dsp:spPr>
        <a:xfrm>
          <a:off x="3018081" y="335"/>
          <a:ext cx="1362736" cy="1362736"/>
        </a:xfrm>
        <a:prstGeom prst="ellipse">
          <a:avLst/>
        </a:prstGeom>
        <a:solidFill>
          <a:schemeClr val="bg1">
            <a:lumMod val="65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b="1" kern="1200" dirty="0"/>
            <a:t>ADMIN</a:t>
          </a:r>
        </a:p>
      </dsp:txBody>
      <dsp:txXfrm>
        <a:off x="3217649" y="199903"/>
        <a:ext cx="963600" cy="963600"/>
      </dsp:txXfrm>
    </dsp:sp>
    <dsp:sp modelId="{3C7A140E-C12C-4F78-859F-7FB8F2853E70}">
      <dsp:nvSpPr>
        <dsp:cNvPr id="0" name=""/>
        <dsp:cNvSpPr/>
      </dsp:nvSpPr>
      <dsp:spPr>
        <a:xfrm>
          <a:off x="3373656" y="1753127"/>
          <a:ext cx="1460576" cy="1460576"/>
        </a:xfrm>
        <a:prstGeom prst="ellipse">
          <a:avLst/>
        </a:prstGeom>
        <a:solidFill>
          <a:schemeClr val="bg1">
            <a:lumMod val="65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b="1" kern="1200" dirty="0"/>
            <a:t>STUDENT</a:t>
          </a:r>
        </a:p>
      </dsp:txBody>
      <dsp:txXfrm>
        <a:off x="3587552" y="1967023"/>
        <a:ext cx="1032784" cy="1032784"/>
      </dsp:txXfrm>
    </dsp:sp>
    <dsp:sp modelId="{8AD7E856-D829-4733-A909-E870CE6A03C8}">
      <dsp:nvSpPr>
        <dsp:cNvPr id="0" name=""/>
        <dsp:cNvSpPr/>
      </dsp:nvSpPr>
      <dsp:spPr>
        <a:xfrm>
          <a:off x="2890889" y="3554840"/>
          <a:ext cx="1460576" cy="1460576"/>
        </a:xfrm>
        <a:prstGeom prst="ellipse">
          <a:avLst/>
        </a:prstGeom>
        <a:solidFill>
          <a:schemeClr val="bg1">
            <a:lumMod val="65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b="1" kern="1200" dirty="0"/>
            <a:t>GUEST</a:t>
          </a:r>
        </a:p>
      </dsp:txBody>
      <dsp:txXfrm>
        <a:off x="3104785" y="3768736"/>
        <a:ext cx="1032784" cy="10327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EF6B2-F028-43D5-9F16-8E4126A8C6E6}">
      <dsp:nvSpPr>
        <dsp:cNvPr id="0" name=""/>
        <dsp:cNvSpPr/>
      </dsp:nvSpPr>
      <dsp:spPr>
        <a:xfrm>
          <a:off x="1368216" y="297082"/>
          <a:ext cx="4709642" cy="4778678"/>
        </a:xfrm>
        <a:prstGeom prst="pie">
          <a:avLst>
            <a:gd name="adj1" fmla="val 16200000"/>
            <a:gd name="adj2" fmla="val 20520000"/>
          </a:avLst>
        </a:prstGeom>
        <a:solidFill>
          <a:srgbClr val="DED8E4"/>
        </a:solidFill>
        <a:ln w="22225" cap="rnd" cmpd="sng" algn="ctr">
          <a:solidFill>
            <a:schemeClr val="tx1">
              <a:lumMod val="65000"/>
              <a:lumOff val="3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533400" rtl="0">
            <a:lnSpc>
              <a:spcPct val="90000"/>
            </a:lnSpc>
            <a:spcBef>
              <a:spcPct val="0"/>
            </a:spcBef>
            <a:spcAft>
              <a:spcPct val="35000"/>
            </a:spcAft>
            <a:buNone/>
          </a:pPr>
          <a:r>
            <a:rPr lang="en-US" sz="1200" kern="1200" dirty="0">
              <a:solidFill>
                <a:schemeClr val="tx1"/>
              </a:solidFill>
            </a:rPr>
            <a:t>A Euclidean distance formula is applied to calculate the shortest distance between the new record and all the old records.</a:t>
          </a:r>
        </a:p>
      </dsp:txBody>
      <dsp:txXfrm>
        <a:off x="3825079" y="1100355"/>
        <a:ext cx="1513813" cy="1024002"/>
      </dsp:txXfrm>
    </dsp:sp>
    <dsp:sp modelId="{90684721-185C-460E-ADDA-857CF8EE92E6}">
      <dsp:nvSpPr>
        <dsp:cNvPr id="0" name=""/>
        <dsp:cNvSpPr/>
      </dsp:nvSpPr>
      <dsp:spPr>
        <a:xfrm>
          <a:off x="1446199" y="505029"/>
          <a:ext cx="4632678" cy="4608576"/>
        </a:xfrm>
        <a:prstGeom prst="pie">
          <a:avLst>
            <a:gd name="adj1" fmla="val 20520000"/>
            <a:gd name="adj2" fmla="val 3240000"/>
          </a:avLst>
        </a:prstGeom>
        <a:solidFill>
          <a:srgbClr val="DED8E4"/>
        </a:solidFill>
        <a:ln w="22225" cap="rnd" cmpd="sng" algn="ctr">
          <a:solidFill>
            <a:schemeClr val="tx1">
              <a:lumMod val="65000"/>
              <a:lumOff val="3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t" anchorCtr="0">
          <a:noAutofit/>
        </a:bodyPr>
        <a:lstStyle/>
        <a:p>
          <a:pPr marL="0" lvl="0" indent="0" algn="l" defTabSz="533400">
            <a:lnSpc>
              <a:spcPct val="90000"/>
            </a:lnSpc>
            <a:spcBef>
              <a:spcPct val="0"/>
            </a:spcBef>
            <a:spcAft>
              <a:spcPct val="35000"/>
            </a:spcAft>
            <a:buNone/>
          </a:pPr>
          <a:r>
            <a:rPr lang="en-US" sz="1200" kern="1200" dirty="0">
              <a:solidFill>
                <a:schemeClr val="tx1"/>
              </a:solidFill>
            </a:rPr>
            <a:t>All the shortest distances obtained are sorted in ascending order</a:t>
          </a:r>
          <a:endParaRPr lang="en-US" sz="1200" kern="1200" dirty="0"/>
        </a:p>
      </dsp:txBody>
      <dsp:txXfrm>
        <a:off x="4429865" y="2610709"/>
        <a:ext cx="1378773" cy="1097280"/>
      </dsp:txXfrm>
    </dsp:sp>
    <dsp:sp modelId="{AE6A3A1A-64FA-43D3-8C17-511C127A1CE9}">
      <dsp:nvSpPr>
        <dsp:cNvPr id="0" name=""/>
        <dsp:cNvSpPr/>
      </dsp:nvSpPr>
      <dsp:spPr>
        <a:xfrm>
          <a:off x="1354009" y="580741"/>
          <a:ext cx="4608576" cy="4608576"/>
        </a:xfrm>
        <a:prstGeom prst="pie">
          <a:avLst>
            <a:gd name="adj1" fmla="val 3240000"/>
            <a:gd name="adj2" fmla="val 7560000"/>
          </a:avLst>
        </a:prstGeom>
        <a:solidFill>
          <a:srgbClr val="DED8E4"/>
        </a:solidFill>
        <a:ln w="22225" cap="rnd" cmpd="sng" algn="ctr">
          <a:solidFill>
            <a:schemeClr val="tx1">
              <a:lumMod val="65000"/>
              <a:lumOff val="3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t" anchorCtr="0">
          <a:noAutofit/>
        </a:bodyPr>
        <a:lstStyle/>
        <a:p>
          <a:pPr marL="0" lvl="0" indent="0" algn="ctr" defTabSz="533400" rtl="0">
            <a:lnSpc>
              <a:spcPct val="90000"/>
            </a:lnSpc>
            <a:spcBef>
              <a:spcPct val="0"/>
            </a:spcBef>
            <a:spcAft>
              <a:spcPct val="35000"/>
            </a:spcAft>
            <a:buNone/>
          </a:pPr>
          <a:r>
            <a:rPr lang="en-US" sz="1200" kern="1200" dirty="0">
              <a:solidFill>
                <a:schemeClr val="tx1"/>
              </a:solidFill>
            </a:rPr>
            <a:t>The first K number of records are considered </a:t>
          </a:r>
        </a:p>
      </dsp:txBody>
      <dsp:txXfrm>
        <a:off x="2999929" y="3817717"/>
        <a:ext cx="1316736" cy="1207008"/>
      </dsp:txXfrm>
    </dsp:sp>
    <dsp:sp modelId="{086A792F-B37F-4F4A-A04E-0D71BF8CF471}">
      <dsp:nvSpPr>
        <dsp:cNvPr id="0" name=""/>
        <dsp:cNvSpPr/>
      </dsp:nvSpPr>
      <dsp:spPr>
        <a:xfrm>
          <a:off x="1249768" y="505029"/>
          <a:ext cx="4608576" cy="4608576"/>
        </a:xfrm>
        <a:prstGeom prst="pie">
          <a:avLst>
            <a:gd name="adj1" fmla="val 7560000"/>
            <a:gd name="adj2" fmla="val 11880000"/>
          </a:avLst>
        </a:prstGeom>
        <a:solidFill>
          <a:srgbClr val="DED8E4"/>
        </a:solidFill>
        <a:ln w="22225" cap="rnd" cmpd="sng" algn="ctr">
          <a:solidFill>
            <a:schemeClr val="tx1">
              <a:lumMod val="65000"/>
              <a:lumOff val="3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t" anchorCtr="0">
          <a:noAutofit/>
        </a:bodyPr>
        <a:lstStyle/>
        <a:p>
          <a:pPr marL="0" lvl="0" indent="0" algn="ctr" defTabSz="488950" rtl="0">
            <a:lnSpc>
              <a:spcPct val="90000"/>
            </a:lnSpc>
            <a:spcBef>
              <a:spcPct val="0"/>
            </a:spcBef>
            <a:spcAft>
              <a:spcPct val="35000"/>
            </a:spcAft>
            <a:buNone/>
          </a:pPr>
          <a:r>
            <a:rPr lang="en-US" sz="1100" kern="1200" dirty="0"/>
            <a:t> </a:t>
          </a:r>
          <a:r>
            <a:rPr lang="en-US" sz="1200" kern="1200" dirty="0">
              <a:solidFill>
                <a:schemeClr val="tx1"/>
              </a:solidFill>
            </a:rPr>
            <a:t>The highest count of the categorical variable is determined and assigned to the new record</a:t>
          </a:r>
          <a:r>
            <a:rPr lang="en-US" sz="1200" kern="1200" dirty="0"/>
            <a:t>.</a:t>
          </a:r>
          <a:endParaRPr lang="en-IN" sz="1200" kern="1200" dirty="0"/>
        </a:p>
      </dsp:txBody>
      <dsp:txXfrm>
        <a:off x="1518601" y="2610709"/>
        <a:ext cx="1371600" cy="1097280"/>
      </dsp:txXfrm>
    </dsp:sp>
    <dsp:sp modelId="{53849A54-F550-4AA2-8C84-D6AB3DE73AD3}">
      <dsp:nvSpPr>
        <dsp:cNvPr id="0" name=""/>
        <dsp:cNvSpPr/>
      </dsp:nvSpPr>
      <dsp:spPr>
        <a:xfrm>
          <a:off x="1289270" y="382133"/>
          <a:ext cx="4608576" cy="4608576"/>
        </a:xfrm>
        <a:prstGeom prst="pie">
          <a:avLst>
            <a:gd name="adj1" fmla="val 11880000"/>
            <a:gd name="adj2" fmla="val 16200000"/>
          </a:avLst>
        </a:prstGeom>
        <a:solidFill>
          <a:srgbClr val="DED8E4"/>
        </a:solidFill>
        <a:ln w="22225" cap="rnd" cmpd="sng" algn="ctr">
          <a:solidFill>
            <a:schemeClr val="tx1">
              <a:lumMod val="65000"/>
              <a:lumOff val="3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A random value is assumed and assigned to a variable K</a:t>
          </a:r>
          <a:endParaRPr lang="en-US" sz="1200" kern="1200" dirty="0"/>
        </a:p>
      </dsp:txBody>
      <dsp:txXfrm>
        <a:off x="2012377" y="1156813"/>
        <a:ext cx="1481328" cy="987552"/>
      </dsp:txXfrm>
    </dsp:sp>
    <dsp:sp modelId="{8568FFE6-466A-454F-8483-7BF37FFF0E83}">
      <dsp:nvSpPr>
        <dsp:cNvPr id="0" name=""/>
        <dsp:cNvSpPr/>
      </dsp:nvSpPr>
      <dsp:spPr>
        <a:xfrm>
          <a:off x="1132844" y="96176"/>
          <a:ext cx="5179161" cy="5179161"/>
        </a:xfrm>
        <a:prstGeom prst="circularArrow">
          <a:avLst>
            <a:gd name="adj1" fmla="val 5085"/>
            <a:gd name="adj2" fmla="val 327528"/>
            <a:gd name="adj3" fmla="val 20192361"/>
            <a:gd name="adj4" fmla="val 16200324"/>
            <a:gd name="adj5" fmla="val 5932"/>
          </a:avLst>
        </a:prstGeom>
        <a:solidFill>
          <a:srgbClr val="4D4D4D"/>
        </a:solidFill>
        <a:ln>
          <a:noFill/>
        </a:ln>
        <a:effectLst/>
      </dsp:spPr>
      <dsp:style>
        <a:lnRef idx="0">
          <a:scrgbClr r="0" g="0" b="0"/>
        </a:lnRef>
        <a:fillRef idx="1">
          <a:scrgbClr r="0" g="0" b="0"/>
        </a:fillRef>
        <a:effectRef idx="0">
          <a:scrgbClr r="0" g="0" b="0"/>
        </a:effectRef>
        <a:fontRef idx="minor">
          <a:schemeClr val="lt1"/>
        </a:fontRef>
      </dsp:style>
    </dsp:sp>
    <dsp:sp modelId="{9B11A3CD-90E7-4D99-A953-C7153F2B9F0A}">
      <dsp:nvSpPr>
        <dsp:cNvPr id="0" name=""/>
        <dsp:cNvSpPr/>
      </dsp:nvSpPr>
      <dsp:spPr>
        <a:xfrm>
          <a:off x="1191284" y="254551"/>
          <a:ext cx="5142959" cy="5109450"/>
        </a:xfrm>
        <a:prstGeom prst="circularArrow">
          <a:avLst>
            <a:gd name="adj1" fmla="val 5085"/>
            <a:gd name="adj2" fmla="val 327528"/>
            <a:gd name="adj3" fmla="val 2912753"/>
            <a:gd name="adj4" fmla="val 20519953"/>
            <a:gd name="adj5" fmla="val 5932"/>
          </a:avLst>
        </a:prstGeom>
        <a:solidFill>
          <a:srgbClr val="4D4D4D"/>
        </a:solidFill>
        <a:ln>
          <a:noFill/>
        </a:ln>
        <a:effectLst/>
      </dsp:spPr>
      <dsp:style>
        <a:lnRef idx="0">
          <a:scrgbClr r="0" g="0" b="0"/>
        </a:lnRef>
        <a:fillRef idx="1">
          <a:scrgbClr r="0" g="0" b="0"/>
        </a:fillRef>
        <a:effectRef idx="0">
          <a:scrgbClr r="0" g="0" b="0"/>
        </a:effectRef>
        <a:fontRef idx="minor">
          <a:schemeClr val="lt1"/>
        </a:fontRef>
      </dsp:style>
    </dsp:sp>
    <dsp:sp modelId="{E6F71095-3095-4771-BC4C-AFD07BD3A7DC}">
      <dsp:nvSpPr>
        <dsp:cNvPr id="0" name=""/>
        <dsp:cNvSpPr/>
      </dsp:nvSpPr>
      <dsp:spPr>
        <a:xfrm>
          <a:off x="1068716" y="295639"/>
          <a:ext cx="5179161" cy="5179161"/>
        </a:xfrm>
        <a:prstGeom prst="circularArrow">
          <a:avLst>
            <a:gd name="adj1" fmla="val 5085"/>
            <a:gd name="adj2" fmla="val 327528"/>
            <a:gd name="adj3" fmla="val 7232777"/>
            <a:gd name="adj4" fmla="val 3239695"/>
            <a:gd name="adj5" fmla="val 5932"/>
          </a:avLst>
        </a:prstGeom>
        <a:solidFill>
          <a:srgbClr val="4D4D4D"/>
        </a:solidFill>
        <a:ln>
          <a:noFill/>
        </a:ln>
        <a:effectLst/>
      </dsp:spPr>
      <dsp:style>
        <a:lnRef idx="0">
          <a:scrgbClr r="0" g="0" b="0"/>
        </a:lnRef>
        <a:fillRef idx="1">
          <a:scrgbClr r="0" g="0" b="0"/>
        </a:fillRef>
        <a:effectRef idx="0">
          <a:scrgbClr r="0" g="0" b="0"/>
        </a:effectRef>
        <a:fontRef idx="minor">
          <a:schemeClr val="lt1"/>
        </a:fontRef>
      </dsp:style>
    </dsp:sp>
    <dsp:sp modelId="{FD69283B-434B-49D7-8BE9-96375948C156}">
      <dsp:nvSpPr>
        <dsp:cNvPr id="0" name=""/>
        <dsp:cNvSpPr/>
      </dsp:nvSpPr>
      <dsp:spPr>
        <a:xfrm>
          <a:off x="964156" y="219695"/>
          <a:ext cx="5179161" cy="5179161"/>
        </a:xfrm>
        <a:prstGeom prst="circularArrow">
          <a:avLst>
            <a:gd name="adj1" fmla="val 5085"/>
            <a:gd name="adj2" fmla="val 327528"/>
            <a:gd name="adj3" fmla="val 11552519"/>
            <a:gd name="adj4" fmla="val 7559718"/>
            <a:gd name="adj5" fmla="val 5932"/>
          </a:avLst>
        </a:prstGeom>
        <a:solidFill>
          <a:srgbClr val="4D4D4D"/>
        </a:solidFill>
        <a:ln>
          <a:noFill/>
        </a:ln>
        <a:effectLst/>
      </dsp:spPr>
      <dsp:style>
        <a:lnRef idx="0">
          <a:scrgbClr r="0" g="0" b="0"/>
        </a:lnRef>
        <a:fillRef idx="1">
          <a:scrgbClr r="0" g="0" b="0"/>
        </a:fillRef>
        <a:effectRef idx="0">
          <a:scrgbClr r="0" g="0" b="0"/>
        </a:effectRef>
        <a:fontRef idx="minor">
          <a:schemeClr val="lt1"/>
        </a:fontRef>
      </dsp:style>
    </dsp:sp>
    <dsp:sp modelId="{7B3DB28C-3BBE-4976-A559-A8267AC0CCDC}">
      <dsp:nvSpPr>
        <dsp:cNvPr id="0" name=""/>
        <dsp:cNvSpPr/>
      </dsp:nvSpPr>
      <dsp:spPr>
        <a:xfrm>
          <a:off x="1004194" y="96840"/>
          <a:ext cx="5179161" cy="5179161"/>
        </a:xfrm>
        <a:prstGeom prst="circularArrow">
          <a:avLst>
            <a:gd name="adj1" fmla="val 5085"/>
            <a:gd name="adj2" fmla="val 327528"/>
            <a:gd name="adj3" fmla="val 15872148"/>
            <a:gd name="adj4" fmla="val 11880111"/>
            <a:gd name="adj5" fmla="val 5932"/>
          </a:avLst>
        </a:prstGeom>
        <a:solidFill>
          <a:srgbClr val="4D4D4D"/>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bList2#1">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1">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1/layout/TabList#1">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parTxRTLAlign" val="l"/>
                <dgm:param type="txAnchorVertCh" val="b"/>
                <dgm:param type="txAnchorVert" val="b"/>
              </dgm:alg>
            </dgm:if>
            <dgm:else name="Name6">
              <dgm:alg type="tx">
                <dgm:param type="parTxLTRAlign" val="r"/>
                <dgm:param type="parTxRTLAlign" val="r"/>
                <dgm:param type="shpTxLTRAlignCh" val="r"/>
                <dgm:param type="txAnchorVertCh" val="b"/>
                <dgm:param type="txAnchorVert" val="b"/>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parTxLTRAlign" val="l"/>
                  <dgm:param type="parTxRTLAlign" val="l"/>
                  <dgm:param type="stBulletLvl" val="1"/>
                  <dgm:param type="txAnchorVert" val="t"/>
                </dgm:alg>
              </dgm:if>
              <dgm:else name="Name14">
                <dgm:alg type="tx">
                  <dgm:param type="parTxLTRAlign" val="r"/>
                  <dgm:param type="parTxRTLAlign" val="r"/>
                  <dgm:param type="shpTxLTRAlignCh" val="r"/>
                  <dgm:param type="stBulletLvl" val="1"/>
                  <dgm:param type="txAnchorVert" val="t"/>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2#1">
  <dgm:title val=""/>
  <dgm:desc val=""/>
  <dgm:catLst>
    <dgm:cat type="relationship" pri="121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stBulletLvl" val="1"/>
                <dgm:param type="txAnchorVertCh" val="mid"/>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srcNode" val="connSite"/>
              <dgm:param type="dstNode" val="parentNode"/>
              <dgm:param type="dim" val="1D"/>
              <dgm:param type="endSty" val="noArr"/>
              <dgm:param type="begPts" val="auto"/>
              <dgm:param type="endPts" val="auto"/>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ycle8#1">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ar" val="1"/>
      <dgm:param type="vertAlign" val="mid"/>
      <dgm:param type="horzAlign" val="ctr"/>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srcNode" val="dummy1a"/>
                  <dgm:param type="dstNode" val="dummy1b"/>
                  <dgm:param type="begSty" val="arr"/>
                  <dgm:param type="endSty" val="noArr"/>
                  <dgm:param type="connRout" val="longCurve"/>
                  <dgm:param type="begPts" val="tL"/>
                  <dgm:param type="endPts" val="tR"/>
                </dgm:alg>
              </dgm:if>
              <dgm:else name="Name175">
                <dgm:alg type="conn">
                  <dgm:param type="srcNode" val="dummy1a"/>
                  <dgm:param type="dstNode" val="dummy1b"/>
                  <dgm:param type="begSty" val="noArr"/>
                  <dgm:param type="endSty" val="arr"/>
                  <dgm:param type="connRout" val="longCurve"/>
                  <dgm:param type="begPts" val="tL"/>
                  <dgm:param type="endPts" val="t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srcNode" val="dummy1a"/>
                  <dgm:param type="dstNode" val="dummy1b"/>
                  <dgm:param type="begSty" val="noArr"/>
                  <dgm:param type="endSty" val="arr"/>
                  <dgm:param type="connRout" val="curve"/>
                  <dgm:param type="begPts" val="tL"/>
                  <dgm:param type="endPts" val="tL"/>
                </dgm:alg>
              </dgm:if>
              <dgm:else name="Name180">
                <dgm:alg type="conn">
                  <dgm:param type="srcNode" val="dummy1a"/>
                  <dgm:param type="dstNode" val="dummy1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srcNode" val="dummy2a"/>
              <dgm:param type="dstNode" val="dummy2b"/>
              <dgm:param type="begSty" val="noArr"/>
              <dgm:param type="endSty" val="arr"/>
              <dgm:param type="connRout" val="curve"/>
              <dgm:param type="begPts" val="tL"/>
              <dgm:param type="endPts" val="tL"/>
            </dgm:alg>
          </dgm:if>
          <dgm:else name="Name185">
            <dgm:alg type="conn">
              <dgm:param type="srcNode" val="dummy2a"/>
              <dgm:param type="dstNode" val="dummy2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srcNode" val="dummy3a"/>
              <dgm:param type="dstNode" val="dummy3b"/>
              <dgm:param type="begSty" val="noArr"/>
              <dgm:param type="endSty" val="arr"/>
              <dgm:param type="connRout" val="curve"/>
              <dgm:param type="begPts" val="tL"/>
              <dgm:param type="endPts" val="tL"/>
            </dgm:alg>
          </dgm:if>
          <dgm:else name="Name189">
            <dgm:alg type="conn">
              <dgm:param type="srcNode" val="dummy3a"/>
              <dgm:param type="dstNode" val="dummy3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srcNode" val="dummy4a"/>
              <dgm:param type="dstNode" val="dummy4b"/>
              <dgm:param type="begSty" val="noArr"/>
              <dgm:param type="endSty" val="arr"/>
              <dgm:param type="connRout" val="curve"/>
              <dgm:param type="begPts" val="tL"/>
              <dgm:param type="endPts" val="tL"/>
            </dgm:alg>
          </dgm:if>
          <dgm:else name="Name193">
            <dgm:alg type="conn">
              <dgm:param type="srcNode" val="dummy4a"/>
              <dgm:param type="dstNode" val="dummy4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srcNode" val="dummy5a"/>
              <dgm:param type="dstNode" val="dummy5b"/>
              <dgm:param type="begSty" val="noArr"/>
              <dgm:param type="endSty" val="arr"/>
              <dgm:param type="connRout" val="curve"/>
              <dgm:param type="begPts" val="tL"/>
              <dgm:param type="endPts" val="tL"/>
            </dgm:alg>
          </dgm:if>
          <dgm:else name="Name197">
            <dgm:alg type="conn">
              <dgm:param type="srcNode" val="dummy5a"/>
              <dgm:param type="dstNode" val="dummy5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srcNode" val="dummy6a"/>
              <dgm:param type="dstNode" val="dummy6b"/>
              <dgm:param type="begSty" val="noArr"/>
              <dgm:param type="endSty" val="arr"/>
              <dgm:param type="connRout" val="curve"/>
              <dgm:param type="begPts" val="tL"/>
              <dgm:param type="endPts" val="tL"/>
            </dgm:alg>
          </dgm:if>
          <dgm:else name="Name201">
            <dgm:alg type="conn">
              <dgm:param type="srcNode" val="dummy6a"/>
              <dgm:param type="dstNode" val="dummy6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srcNode" val="dummy7a"/>
              <dgm:param type="dstNode" val="dummy7b"/>
              <dgm:param type="begSty" val="noArr"/>
              <dgm:param type="endSty" val="arr"/>
              <dgm:param type="connRout" val="curve"/>
              <dgm:param type="begPts" val="tL"/>
              <dgm:param type="endPts" val="tL"/>
            </dgm:alg>
          </dgm:if>
          <dgm:else name="Name205">
            <dgm:alg type="conn">
              <dgm:param type="srcNode" val="dummy7a"/>
              <dgm:param type="dstNode" val="dummy7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8DF69-FFB1-4D3A-9D8C-5887E79674D9}" type="slidenum">
              <a:rPr lang="en-US" smtClean="0"/>
              <a:t>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8DF69-FFB1-4D3A-9D8C-5887E79674D9}" type="slidenum">
              <a:rPr lang="en-US" smtClean="0"/>
              <a:t>28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p:cNvSpPr>
            <a:spLocks noGrp="1"/>
          </p:cNvSpPr>
          <p:nvPr>
            <p:ph type="dt" sz="half" idx="10"/>
          </p:nvPr>
        </p:nvSpPr>
        <p:spPr/>
        <p:txBody>
          <a:bodyPr/>
          <a:lstStyle/>
          <a:p>
            <a:fld id="{ED291B17-9318-49DB-B28B-6E5994AE9581}" type="datetime1">
              <a:rPr lang="en-US" smtClean="0"/>
              <a:t>2/21/2022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8DD82B9-B8EE-4375-B6FF-88FA6ABB15D9}" type="datetime1">
              <a:rPr lang="en-US" smtClean="0"/>
              <a:t>2/21/2022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2497495-0637-405E-AE64-5CC7506D51F5}" type="datetime1">
              <a:rPr lang="en-US" smtClean="0"/>
              <a:t>2/21/2022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2/21/2022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2/21/2022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t>2/21/2022</a:t>
            </a:fld>
            <a:endParaRPr lang="en-US" dirty="0"/>
          </a:p>
        </p:txBody>
      </p:sp>
      <p:sp>
        <p:nvSpPr>
          <p:cNvPr id="10" name="Footer Placeholder 9"/>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2/21/2022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7C8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2/21/2022</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idx="1"/>
          </p:nvPr>
        </p:nvPicPr>
        <p:blipFill>
          <a:blip r:embed="rId2"/>
          <a:stretch>
            <a:fillRect/>
          </a:stretch>
        </p:blipFill>
        <p:spPr>
          <a:xfrm>
            <a:off x="1889760" y="589280"/>
            <a:ext cx="8010525" cy="1209675"/>
          </a:xfrm>
          <a:prstGeom prst="rect">
            <a:avLst/>
          </a:prstGeom>
        </p:spPr>
      </p:pic>
      <p:sp>
        <p:nvSpPr>
          <p:cNvPr id="4" name="Text Box 3"/>
          <p:cNvSpPr txBox="1"/>
          <p:nvPr/>
        </p:nvSpPr>
        <p:spPr>
          <a:xfrm>
            <a:off x="1748155" y="1736725"/>
            <a:ext cx="9272905" cy="2245360"/>
          </a:xfrm>
          <a:prstGeom prst="rect">
            <a:avLst/>
          </a:prstGeom>
          <a:noFill/>
        </p:spPr>
        <p:txBody>
          <a:bodyPr wrap="square" rtlCol="0" anchor="t">
            <a:spAutoFit/>
          </a:bodyPr>
          <a:lstStyle/>
          <a:p>
            <a:r>
              <a:rPr lang="en-IN" altLang="en-US" sz="2800" b="1" dirty="0">
                <a:latin typeface="Times New Roman" panose="02020603050405020304" charset="0"/>
                <a:cs typeface="Times New Roman" panose="02020603050405020304" charset="0"/>
                <a:sym typeface="+mn-ea"/>
              </a:rPr>
              <a:t>                           </a:t>
            </a:r>
            <a:r>
              <a:rPr lang="en-US" sz="2800" b="1" dirty="0">
                <a:latin typeface="Times New Roman" panose="02020603050405020304" charset="0"/>
                <a:cs typeface="Times New Roman" panose="02020603050405020304" charset="0"/>
                <a:sym typeface="+mn-ea"/>
              </a:rPr>
              <a:t>Project Phase 1 </a:t>
            </a:r>
            <a:br>
              <a:rPr lang="en-US" sz="2800" b="1" dirty="0">
                <a:latin typeface="Times New Roman" panose="02020603050405020304" charset="0"/>
                <a:cs typeface="Times New Roman" panose="02020603050405020304" charset="0"/>
                <a:sym typeface="+mn-ea"/>
              </a:rPr>
            </a:br>
            <a:r>
              <a:rPr lang="en-IN" altLang="en-US" sz="2800" b="1" dirty="0">
                <a:latin typeface="Times New Roman" panose="02020603050405020304" charset="0"/>
                <a:cs typeface="Times New Roman" panose="02020603050405020304" charset="0"/>
                <a:sym typeface="+mn-ea"/>
              </a:rPr>
              <a:t>                  </a:t>
            </a:r>
            <a:r>
              <a:rPr lang="en-US" sz="2800" b="1" dirty="0">
                <a:latin typeface="Times New Roman" panose="02020603050405020304" charset="0"/>
                <a:cs typeface="Times New Roman" panose="02020603050405020304" charset="0"/>
                <a:sym typeface="+mn-ea"/>
              </a:rPr>
              <a:t>Academic Year (2</a:t>
            </a:r>
            <a:r>
              <a:rPr lang="en-IN" altLang="en-US" sz="2800" b="1" dirty="0">
                <a:latin typeface="Times New Roman" panose="02020603050405020304" charset="0"/>
                <a:cs typeface="Times New Roman" panose="02020603050405020304" charset="0"/>
                <a:sym typeface="+mn-ea"/>
              </a:rPr>
              <a:t>021</a:t>
            </a:r>
            <a:r>
              <a:rPr lang="en-US" sz="2800" b="1" dirty="0">
                <a:latin typeface="Times New Roman" panose="02020603050405020304" charset="0"/>
                <a:cs typeface="Times New Roman" panose="02020603050405020304" charset="0"/>
                <a:sym typeface="+mn-ea"/>
              </a:rPr>
              <a:t>-22) </a:t>
            </a:r>
            <a:br>
              <a:rPr lang="en-US" sz="2800" b="1" dirty="0">
                <a:latin typeface="Times New Roman" panose="02020603050405020304" charset="0"/>
                <a:cs typeface="Times New Roman" panose="02020603050405020304" charset="0"/>
                <a:sym typeface="+mn-ea"/>
              </a:rPr>
            </a:br>
            <a:r>
              <a:rPr lang="en-US" sz="2800" b="1" dirty="0">
                <a:latin typeface="Times New Roman" panose="02020603050405020304" charset="0"/>
                <a:cs typeface="Times New Roman" panose="02020603050405020304" charset="0"/>
                <a:sym typeface="+mn-ea"/>
              </a:rPr>
              <a:t>Projective Exploration on Individual Stress  Levels</a:t>
            </a:r>
            <a:r>
              <a:rPr lang="en-IN" altLang="en-US" sz="2800" b="1" dirty="0">
                <a:latin typeface="Times New Roman" panose="02020603050405020304" charset="0"/>
                <a:cs typeface="Times New Roman" panose="02020603050405020304" charset="0"/>
                <a:sym typeface="+mn-ea"/>
              </a:rPr>
              <a:t> By ML</a:t>
            </a:r>
            <a:endParaRPr lang="en-US" sz="2800" b="1" dirty="0">
              <a:latin typeface="Times New Roman" panose="02020603050405020304" charset="0"/>
              <a:cs typeface="Times New Roman" panose="02020603050405020304" charset="0"/>
              <a:sym typeface="+mn-ea"/>
            </a:endParaRPr>
          </a:p>
          <a:p>
            <a:r>
              <a:rPr lang="en-IN" altLang="en-US" sz="2800" cap="none" dirty="0">
                <a:latin typeface="Times New Roman" panose="02020603050405020304" charset="0"/>
                <a:cs typeface="Times New Roman" panose="02020603050405020304" charset="0"/>
              </a:rPr>
              <a:t>           </a:t>
            </a:r>
            <a:endParaRPr lang="en-US" sz="2800" cap="none" dirty="0">
              <a:latin typeface="Times New Roman" panose="02020603050405020304" charset="0"/>
              <a:cs typeface="Times New Roman" panose="02020603050405020304" charset="0"/>
            </a:endParaRPr>
          </a:p>
          <a:p>
            <a:endParaRPr lang="en-US" sz="2800" dirty="0"/>
          </a:p>
        </p:txBody>
      </p:sp>
      <p:sp>
        <p:nvSpPr>
          <p:cNvPr id="5" name="Text Box 4"/>
          <p:cNvSpPr txBox="1"/>
          <p:nvPr/>
        </p:nvSpPr>
        <p:spPr>
          <a:xfrm>
            <a:off x="780097" y="4062095"/>
            <a:ext cx="5114925" cy="1568450"/>
          </a:xfrm>
          <a:prstGeom prst="rect">
            <a:avLst/>
          </a:prstGeom>
          <a:noFill/>
        </p:spPr>
        <p:txBody>
          <a:bodyPr wrap="square" rtlCol="0" anchor="t">
            <a:spAutoFit/>
          </a:bodyPr>
          <a:lstStyle/>
          <a:p>
            <a:pPr marL="0" indent="0">
              <a:buNone/>
            </a:pPr>
            <a:r>
              <a:rPr lang="en-US" sz="2400" b="1" dirty="0">
                <a:latin typeface="Times New Roman" panose="02020603050405020304" charset="0"/>
                <a:cs typeface="Times New Roman" panose="02020603050405020304" charset="0"/>
                <a:sym typeface="+mn-ea"/>
              </a:rPr>
              <a:t>Team Members</a:t>
            </a:r>
            <a:endParaRPr lang="en-US" sz="2400" b="1" dirty="0">
              <a:latin typeface="Times New Roman" panose="02020603050405020304" charset="0"/>
              <a:cs typeface="Times New Roman" panose="02020603050405020304" charset="0"/>
            </a:endParaRPr>
          </a:p>
          <a:p>
            <a:pPr>
              <a:buFont typeface="Wingdings" panose="05000000000000000000" pitchFamily="2" charset="2"/>
              <a:buChar char="§"/>
            </a:pPr>
            <a:r>
              <a:rPr lang="en-IN" altLang="en-US" sz="2400" b="1" dirty="0">
                <a:latin typeface="Times New Roman" panose="02020603050405020304" charset="0"/>
                <a:cs typeface="Times New Roman" panose="02020603050405020304" charset="0"/>
              </a:rPr>
              <a:t>1NH18CS712 - BHAVYA B</a:t>
            </a:r>
            <a:endParaRPr lang="en-US" sz="2400" b="1" dirty="0">
              <a:latin typeface="Times New Roman" panose="02020603050405020304" charset="0"/>
              <a:cs typeface="Times New Roman" panose="02020603050405020304" charset="0"/>
            </a:endParaRPr>
          </a:p>
          <a:p>
            <a:pPr>
              <a:buFont typeface="Wingdings" panose="05000000000000000000" pitchFamily="2" charset="2"/>
              <a:buChar char="§"/>
            </a:pPr>
            <a:r>
              <a:rPr lang="en-IN" altLang="en-US" sz="2400" b="1" dirty="0">
                <a:latin typeface="Times New Roman" panose="02020603050405020304" charset="0"/>
                <a:cs typeface="Times New Roman" panose="02020603050405020304" charset="0"/>
                <a:sym typeface="+mn-ea"/>
              </a:rPr>
              <a:t>1NH18CS728 - KOTHA SREEJA</a:t>
            </a:r>
          </a:p>
          <a:p>
            <a:pPr>
              <a:buFont typeface="Wingdings" panose="05000000000000000000" pitchFamily="2" charset="2"/>
              <a:buChar char="§"/>
            </a:pPr>
            <a:r>
              <a:rPr lang="en-IN" altLang="en-US" sz="2400" b="1" dirty="0">
                <a:latin typeface="Times New Roman" panose="02020603050405020304" charset="0"/>
                <a:cs typeface="Times New Roman" panose="02020603050405020304" charset="0"/>
                <a:sym typeface="+mn-ea"/>
              </a:rPr>
              <a:t>1NH18CS735 </a:t>
            </a:r>
            <a:r>
              <a:rPr lang="en-US" sz="2400" b="1" dirty="0">
                <a:latin typeface="Times New Roman" panose="02020603050405020304" charset="0"/>
                <a:cs typeface="Times New Roman" panose="02020603050405020304" charset="0"/>
                <a:sym typeface="+mn-ea"/>
              </a:rPr>
              <a:t>- </a:t>
            </a:r>
            <a:r>
              <a:rPr lang="en-IN" altLang="en-US" sz="2400" b="1" dirty="0">
                <a:latin typeface="Times New Roman" panose="02020603050405020304" charset="0"/>
                <a:cs typeface="Times New Roman" panose="02020603050405020304" charset="0"/>
                <a:sym typeface="+mn-ea"/>
              </a:rPr>
              <a:t>BHARGAVI P</a:t>
            </a:r>
          </a:p>
        </p:txBody>
      </p:sp>
      <p:sp>
        <p:nvSpPr>
          <p:cNvPr id="6" name="TextBox 5">
            <a:extLst>
              <a:ext uri="{FF2B5EF4-FFF2-40B4-BE49-F238E27FC236}">
                <a16:creationId xmlns:a16="http://schemas.microsoft.com/office/drawing/2014/main" id="{5EAC6308-5DF0-4ECA-BB33-B0B4203E6181}"/>
              </a:ext>
            </a:extLst>
          </p:cNvPr>
          <p:cNvSpPr txBox="1"/>
          <p:nvPr/>
        </p:nvSpPr>
        <p:spPr>
          <a:xfrm>
            <a:off x="7138448" y="4060885"/>
            <a:ext cx="6094428" cy="1569660"/>
          </a:xfrm>
          <a:prstGeom prst="rect">
            <a:avLst/>
          </a:prstGeom>
          <a:noFill/>
        </p:spPr>
        <p:txBody>
          <a:bodyPr wrap="square">
            <a:spAutoFit/>
          </a:bodyPr>
          <a:lstStyle/>
          <a:p>
            <a:pPr marL="0" indent="0">
              <a:buNone/>
            </a:pPr>
            <a:r>
              <a:rPr lang="en-US" sz="2400" b="1" dirty="0">
                <a:latin typeface="Times New Roman" panose="02020603050405020304" charset="0"/>
                <a:cs typeface="Times New Roman" panose="02020603050405020304" charset="0"/>
                <a:sym typeface="+mn-ea"/>
              </a:rPr>
              <a:t>Guided By</a:t>
            </a:r>
            <a:endParaRPr lang="en-US" sz="2400" b="1" dirty="0">
              <a:latin typeface="Times New Roman" panose="02020603050405020304" charset="0"/>
              <a:cs typeface="Times New Roman" panose="02020603050405020304" charset="0"/>
            </a:endParaRPr>
          </a:p>
          <a:p>
            <a:pPr marL="0" indent="0">
              <a:buNone/>
            </a:pPr>
            <a:r>
              <a:rPr lang="en-US" sz="2400" b="1" dirty="0">
                <a:latin typeface="Times New Roman" panose="02020603050405020304" charset="0"/>
                <a:cs typeface="Times New Roman" panose="02020603050405020304" charset="0"/>
                <a:sym typeface="+mn-ea"/>
              </a:rPr>
              <a:t>Mr. Nagendra Prabhu S </a:t>
            </a:r>
          </a:p>
          <a:p>
            <a:pPr marL="0" indent="0">
              <a:buNone/>
            </a:pPr>
            <a:r>
              <a:rPr lang="en-US" sz="2400" b="1" dirty="0">
                <a:latin typeface="Times New Roman" panose="02020603050405020304" charset="0"/>
                <a:cs typeface="Times New Roman" panose="02020603050405020304" charset="0"/>
                <a:sym typeface="+mn-ea"/>
              </a:rPr>
              <a:t>Assistant Professor</a:t>
            </a:r>
            <a:endParaRPr lang="en-US" sz="2400" b="1" dirty="0">
              <a:latin typeface="Times New Roman" panose="02020603050405020304" charset="0"/>
              <a:cs typeface="Times New Roman" panose="02020603050405020304" charset="0"/>
            </a:endParaRPr>
          </a:p>
          <a:p>
            <a:pPr marL="0" indent="0">
              <a:buNone/>
            </a:pPr>
            <a:r>
              <a:rPr lang="en-US" sz="2400" b="1" dirty="0">
                <a:latin typeface="Times New Roman" panose="02020603050405020304" charset="0"/>
                <a:cs typeface="Times New Roman" panose="02020603050405020304" charset="0"/>
                <a:sym typeface="+mn-ea"/>
              </a:rPr>
              <a:t>Dept. of CSE, NHCE</a:t>
            </a:r>
            <a:endParaRPr lang="en-US" sz="2400" b="1"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6693061" cy="1356360"/>
          </a:xfrm>
        </p:spPr>
        <p:txBody>
          <a:bodyPr>
            <a:normAutofit fontScale="90000"/>
          </a:bodyPr>
          <a:lstStyle/>
          <a:p>
            <a:r>
              <a:rPr lang="en-IN" altLang="en-US" b="1" dirty="0">
                <a:latin typeface="Times New Roman" panose="02020603050405020304" charset="0"/>
                <a:cs typeface="Times New Roman" panose="02020603050405020304" charset="0"/>
                <a:sym typeface="+mn-ea"/>
              </a:rPr>
              <a:t>               </a:t>
            </a:r>
            <a:br>
              <a:rPr lang="en-IN" altLang="en-US" b="1" dirty="0">
                <a:latin typeface="Times New Roman" panose="02020603050405020304" charset="0"/>
                <a:cs typeface="Times New Roman" panose="02020603050405020304" charset="0"/>
                <a:sym typeface="+mn-ea"/>
              </a:rPr>
            </a:br>
            <a:r>
              <a:rPr lang="en-IN" altLang="en-US" b="1" dirty="0">
                <a:latin typeface="Times New Roman" panose="02020603050405020304" charset="0"/>
                <a:cs typeface="Times New Roman" panose="02020603050405020304" charset="0"/>
                <a:sym typeface="+mn-ea"/>
              </a:rPr>
              <a:t>                     AGENDA </a:t>
            </a:r>
            <a:br>
              <a:rPr lang="en-IN" sz="6000" b="1" dirty="0">
                <a:latin typeface="Times New Roman" panose="02020603050405020304" charset="0"/>
                <a:cs typeface="Times New Roman" panose="02020603050405020304" charset="0"/>
              </a:rPr>
            </a:br>
            <a:endParaRPr lang="en-US" sz="6000" dirty="0"/>
          </a:p>
        </p:txBody>
      </p:sp>
      <p:pic>
        <p:nvPicPr>
          <p:cNvPr id="7" name="Picture 6" descr="C:\Users\bhargavi\Downloads\S1.jpgS1"/>
          <p:cNvPicPr>
            <a:picLocks noChangeAspect="1"/>
          </p:cNvPicPr>
          <p:nvPr/>
        </p:nvPicPr>
        <p:blipFill rotWithShape="1">
          <a:blip r:embed="rId3"/>
          <a:srcRect l="28978" r="16920"/>
          <a:stretch>
            <a:fillRect/>
          </a:stretch>
        </p:blipFill>
        <p:spPr>
          <a:xfrm>
            <a:off x="8498840" y="610235"/>
            <a:ext cx="3469640" cy="6014720"/>
          </a:xfrm>
          <a:prstGeom prst="rect">
            <a:avLst/>
          </a:prstGeom>
        </p:spPr>
      </p:pic>
      <p:sp>
        <p:nvSpPr>
          <p:cNvPr id="3" name="Content Placeholder 2"/>
          <p:cNvSpPr>
            <a:spLocks noGrp="1"/>
          </p:cNvSpPr>
          <p:nvPr>
            <p:ph idx="1"/>
          </p:nvPr>
        </p:nvSpPr>
        <p:spPr>
          <a:xfrm>
            <a:off x="613410" y="1854200"/>
            <a:ext cx="9872980" cy="4241800"/>
          </a:xfrm>
        </p:spPr>
        <p:txBody>
          <a:bodyPr>
            <a:noAutofit/>
          </a:bodyPr>
          <a:lstStyle/>
          <a:p>
            <a:pPr marL="0" indent="0" algn="l">
              <a:buFont typeface="Wingdings" panose="05000000000000000000" pitchFamily="2" charset="2"/>
              <a:buNone/>
            </a:pPr>
            <a:endParaRPr lang="en-US" sz="3200" dirty="0">
              <a:latin typeface="Times New Roman" panose="02020603050405020304" charset="0"/>
              <a:cs typeface="Times New Roman" panose="02020603050405020304" charset="0"/>
              <a:sym typeface="+mn-ea"/>
            </a:endParaRPr>
          </a:p>
          <a:p>
            <a:pPr marL="571500" indent="-571500" algn="l">
              <a:buFont typeface="Wingdings" panose="05000000000000000000" pitchFamily="2" charset="2"/>
              <a:buChar char="Ø"/>
            </a:pPr>
            <a:r>
              <a:rPr lang="en-US" sz="3200" dirty="0">
                <a:latin typeface="Times New Roman" panose="02020603050405020304" charset="0"/>
                <a:cs typeface="Times New Roman" panose="02020603050405020304" charset="0"/>
                <a:sym typeface="+mn-ea"/>
              </a:rPr>
              <a:t>Problem Statement</a:t>
            </a:r>
          </a:p>
          <a:p>
            <a:pPr marL="571500" indent="-571500" algn="l">
              <a:buFont typeface="Wingdings" panose="05000000000000000000" pitchFamily="2" charset="2"/>
              <a:buChar char="Ø"/>
            </a:pPr>
            <a:r>
              <a:rPr lang="en-IN" altLang="en-US" sz="3200" dirty="0">
                <a:latin typeface="Times New Roman" panose="02020603050405020304" charset="0"/>
                <a:cs typeface="Times New Roman" panose="02020603050405020304" charset="0"/>
                <a:sym typeface="+mn-ea"/>
              </a:rPr>
              <a:t>Literature Survey</a:t>
            </a:r>
          </a:p>
          <a:p>
            <a:pPr marL="571500" indent="-571500" algn="l">
              <a:buFont typeface="Wingdings" panose="05000000000000000000" pitchFamily="2" charset="2"/>
              <a:buChar char="Ø"/>
            </a:pPr>
            <a:r>
              <a:rPr lang="en-IN" altLang="en-US" sz="3200" dirty="0">
                <a:latin typeface="Times New Roman" panose="02020603050405020304" charset="0"/>
                <a:cs typeface="Times New Roman" panose="02020603050405020304" charset="0"/>
              </a:rPr>
              <a:t>Technology Details</a:t>
            </a:r>
            <a:endParaRPr lang="en-US" sz="3200" dirty="0">
              <a:latin typeface="Times New Roman" panose="02020603050405020304" charset="0"/>
              <a:cs typeface="Times New Roman" panose="02020603050405020304" charset="0"/>
            </a:endParaRPr>
          </a:p>
          <a:p>
            <a:pPr marL="571500" indent="-571500" algn="l">
              <a:buFont typeface="Wingdings" panose="05000000000000000000" pitchFamily="2" charset="2"/>
              <a:buChar char="Ø"/>
            </a:pPr>
            <a:r>
              <a:rPr lang="en-US" sz="3200" dirty="0">
                <a:latin typeface="Times New Roman" panose="02020603050405020304" charset="0"/>
                <a:cs typeface="Times New Roman" panose="02020603050405020304" charset="0"/>
                <a:sym typeface="+mn-ea"/>
              </a:rPr>
              <a:t>Detailed Analysis of Literature Review</a:t>
            </a:r>
            <a:endParaRPr lang="en-US" sz="3200" dirty="0">
              <a:latin typeface="Times New Roman" panose="02020603050405020304" charset="0"/>
              <a:cs typeface="Times New Roman" panose="02020603050405020304" charset="0"/>
            </a:endParaRPr>
          </a:p>
          <a:p>
            <a:pPr marL="571500" indent="-571500" algn="l">
              <a:buFont typeface="Wingdings" panose="05000000000000000000" pitchFamily="2" charset="2"/>
              <a:buChar char="Ø"/>
            </a:pPr>
            <a:r>
              <a:rPr lang="en-US" sz="3200" dirty="0">
                <a:latin typeface="Times New Roman" panose="02020603050405020304" charset="0"/>
                <a:cs typeface="Times New Roman" panose="02020603050405020304" charset="0"/>
                <a:sym typeface="+mn-ea"/>
              </a:rPr>
              <a:t>Conclusion</a:t>
            </a:r>
            <a:endParaRPr lang="en-US" sz="3200" dirty="0">
              <a:latin typeface="Times New Roman" panose="02020603050405020304" charset="0"/>
              <a:cs typeface="Times New Roman" panose="02020603050405020304" charset="0"/>
            </a:endParaRPr>
          </a:p>
          <a:p>
            <a:pPr marL="571500" indent="-571500" algn="l">
              <a:buFont typeface="Wingdings" panose="05000000000000000000" pitchFamily="2" charset="2"/>
              <a:buChar char="Ø"/>
            </a:pPr>
            <a:r>
              <a:rPr lang="en-US" sz="3200" dirty="0">
                <a:latin typeface="Times New Roman" panose="02020603050405020304" charset="0"/>
                <a:cs typeface="Times New Roman" panose="02020603050405020304" charset="0"/>
                <a:sym typeface="+mn-ea"/>
              </a:rPr>
              <a:t>References</a:t>
            </a:r>
            <a:endParaRPr lang="en-IN" sz="3200" dirty="0">
              <a:latin typeface="Times New Roman" panose="02020603050405020304" charset="0"/>
              <a:cs typeface="Times New Roman" panose="02020603050405020304" charset="0"/>
            </a:endParaRPr>
          </a:p>
          <a:p>
            <a:pPr marL="45720" indent="0">
              <a:buNone/>
            </a:pPr>
            <a:endParaRPr lang="en-IN" sz="4000" dirty="0">
              <a:latin typeface="Times New Roman" panose="02020603050405020304" charset="0"/>
              <a:cs typeface="Times New Roman" panose="02020603050405020304" charset="0"/>
            </a:endParaRPr>
          </a:p>
        </p:txBody>
      </p:sp>
      <p:pic>
        <p:nvPicPr>
          <p:cNvPr id="5" name="Graphic 3" descr="Books"/>
          <p:cNvPicPr>
            <a:picLocks noChangeAspect="1"/>
          </p:cNvPicPr>
          <p:nvPr/>
        </p:nvPicPr>
        <p:blipFill>
          <a:blip r:embed="rId4">
            <a:duotone>
              <a:schemeClr val="accent1">
                <a:shade val="45000"/>
                <a:satMod val="135000"/>
              </a:schemeClr>
              <a:prstClr val="white"/>
            </a:duotone>
          </a:blip>
          <a:stretch>
            <a:fillRect/>
          </a:stretch>
        </p:blipFill>
        <p:spPr>
          <a:xfrm>
            <a:off x="4365279" y="500090"/>
            <a:ext cx="914400" cy="914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585450"/>
            <a:ext cx="11722409" cy="1305425"/>
          </a:xfrm>
        </p:spPr>
        <p:txBody>
          <a:bodyPr>
            <a:normAutofit/>
          </a:bodyPr>
          <a:lstStyle/>
          <a:p>
            <a:r>
              <a:rPr lang="en-US" dirty="0">
                <a:solidFill>
                  <a:schemeClr val="tx1"/>
                </a:solidFill>
              </a:rPr>
              <a:t>PRoBLEM STATEMENT</a:t>
            </a:r>
            <a:r>
              <a:rPr lang="en-US" dirty="0"/>
              <a:t> </a:t>
            </a:r>
          </a:p>
        </p:txBody>
      </p:sp>
      <p:sp>
        <p:nvSpPr>
          <p:cNvPr id="3" name="Content Placeholder 2"/>
          <p:cNvSpPr>
            <a:spLocks noGrp="1"/>
          </p:cNvSpPr>
          <p:nvPr>
            <p:ph idx="1"/>
          </p:nvPr>
        </p:nvSpPr>
        <p:spPr>
          <a:xfrm>
            <a:off x="399415" y="2604770"/>
            <a:ext cx="11393170" cy="3893820"/>
          </a:xfrm>
        </p:spPr>
        <p:txBody>
          <a:bodyPr>
            <a:normAutofit/>
          </a:bodyPr>
          <a:lstStyle/>
          <a:p>
            <a:pPr>
              <a:lnSpc>
                <a:spcPct val="170000"/>
              </a:lnSpc>
            </a:pPr>
            <a:r>
              <a:rPr lang="en-US" sz="2000" dirty="0">
                <a:latin typeface="Times New Roman" panose="02020603050405020304" pitchFamily="18" charset="0"/>
                <a:cs typeface="Times New Roman" panose="02020603050405020304" pitchFamily="18" charset="0"/>
                <a:sym typeface="+mn-ea"/>
              </a:rPr>
              <a:t>Stress Prediction in every individual based on their profile and behavior is a challenging task in the current sector. Current system is a manual process where it is difficult to identify the stress in </a:t>
            </a:r>
            <a:r>
              <a:rPr lang="en-IN" altLang="en-US" sz="2000" dirty="0">
                <a:latin typeface="Times New Roman" panose="02020603050405020304" pitchFamily="18" charset="0"/>
                <a:cs typeface="Times New Roman" panose="02020603050405020304" pitchFamily="18" charset="0"/>
                <a:sym typeface="+mn-ea"/>
              </a:rPr>
              <a:t>every</a:t>
            </a:r>
            <a:r>
              <a:rPr lang="en-US" sz="2000" dirty="0">
                <a:latin typeface="Times New Roman" panose="02020603050405020304" pitchFamily="18" charset="0"/>
                <a:cs typeface="Times New Roman" panose="02020603050405020304" pitchFamily="18" charset="0"/>
                <a:sym typeface="+mn-ea"/>
              </a:rPr>
              <a:t> individuals. There is no automation for any stress prediction.</a:t>
            </a:r>
            <a:endParaRPr lang="zh-CN" altLang="en-US" sz="2000" dirty="0">
              <a:latin typeface="Times New Roman" panose="02020603050405020304" pitchFamily="18" charset="0"/>
              <a:cs typeface="Times New Roman" panose="02020603050405020304" pitchFamily="18" charset="0"/>
            </a:endParaRPr>
          </a:p>
          <a:p>
            <a:pPr>
              <a:lnSpc>
                <a:spcPct val="170000"/>
              </a:lnSpc>
            </a:pPr>
            <a:r>
              <a:rPr lang="en-US" sz="2000" dirty="0">
                <a:latin typeface="Times New Roman" panose="02020603050405020304" pitchFamily="18" charset="0"/>
                <a:cs typeface="Times New Roman" panose="02020603050405020304" pitchFamily="18" charset="0"/>
                <a:sym typeface="+mn-ea"/>
              </a:rPr>
              <a:t>System uses machine learning algorithms or AI algorithms to find out the stress levels, these technologies are used for application development. </a:t>
            </a:r>
            <a:endParaRPr lang="en-US" sz="2000" dirty="0">
              <a:latin typeface="Times New Roman" panose="02020603050405020304" pitchFamily="18" charset="0"/>
              <a:cs typeface="Times New Roman" panose="02020603050405020304" pitchFamily="18" charset="0"/>
            </a:endParaRPr>
          </a:p>
        </p:txBody>
      </p:sp>
      <p:pic>
        <p:nvPicPr>
          <p:cNvPr id="4" name="Picture 4"/>
          <p:cNvPicPr>
            <a:picLocks noChangeAspect="1"/>
          </p:cNvPicPr>
          <p:nvPr/>
        </p:nvPicPr>
        <p:blipFill>
          <a:blip r:embed="rId2"/>
          <a:stretch>
            <a:fillRect/>
          </a:stretch>
        </p:blipFill>
        <p:spPr>
          <a:xfrm>
            <a:off x="4471759" y="800767"/>
            <a:ext cx="1617928" cy="16481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168" y="379427"/>
            <a:ext cx="11029616" cy="1188720"/>
          </a:xfrm>
        </p:spPr>
        <p:txBody>
          <a:bodyPr>
            <a:normAutofit/>
          </a:bodyPr>
          <a:lstStyle/>
          <a:p>
            <a:r>
              <a:rPr lang="en-US" dirty="0">
                <a:solidFill>
                  <a:schemeClr val="tx1"/>
                </a:solidFill>
              </a:rPr>
              <a:t>LITERATURE SURVEY</a:t>
            </a:r>
            <a:r>
              <a:rPr lang="en-IN" altLang="en-US" dirty="0">
                <a:solidFill>
                  <a:schemeClr val="tx1"/>
                </a:solidFill>
              </a:rPr>
              <a:t> </a:t>
            </a:r>
            <a:r>
              <a:rPr lang="en-US" dirty="0"/>
              <a:t> </a:t>
            </a:r>
          </a:p>
        </p:txBody>
      </p:sp>
      <p:sp>
        <p:nvSpPr>
          <p:cNvPr id="3" name="Content Placeholder 2"/>
          <p:cNvSpPr>
            <a:spLocks noGrp="1"/>
          </p:cNvSpPr>
          <p:nvPr>
            <p:ph idx="1"/>
          </p:nvPr>
        </p:nvSpPr>
        <p:spPr>
          <a:xfrm>
            <a:off x="312250" y="379428"/>
            <a:ext cx="11642185" cy="6263420"/>
          </a:xfrm>
        </p:spPr>
        <p:txBody>
          <a:bodyPr>
            <a:normAutofit/>
          </a:bodyPr>
          <a:lstStyle/>
          <a:p>
            <a:r>
              <a:rPr lang="en-US" sz="2000" dirty="0">
                <a:latin typeface="Times New Roman" panose="02020603050405020304" pitchFamily="18" charset="0"/>
                <a:cs typeface="Times New Roman" panose="02020603050405020304" pitchFamily="18" charset="0"/>
              </a:rPr>
              <a:t>MACHINE LEARNING TECHNIQUES FOR STRESS PREDICTION IN</a:t>
            </a:r>
            <a:r>
              <a:rPr lang="en-IN"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WORKING EMPLOYEE </a:t>
            </a:r>
          </a:p>
          <a:p>
            <a:r>
              <a:rPr lang="en-US" sz="2000" dirty="0">
                <a:latin typeface="Times New Roman" panose="02020603050405020304" pitchFamily="18" charset="0"/>
                <a:cs typeface="Times New Roman" panose="02020603050405020304" pitchFamily="18" charset="0"/>
              </a:rPr>
              <a:t>DETERMINATION AND CLASSIFICATION OF HUMAN STRESS INDEX USING NONPARAMETRIC ANALYSIS OF EEG SIGNALS. </a:t>
            </a:r>
          </a:p>
          <a:p>
            <a:r>
              <a:rPr lang="en-US" sz="2000" dirty="0">
                <a:latin typeface="Times New Roman" panose="02020603050405020304" pitchFamily="18" charset="0"/>
                <a:cs typeface="Times New Roman" panose="02020603050405020304" pitchFamily="18" charset="0"/>
              </a:rPr>
              <a:t>CLUSTER-BASED ANALYSIS FOR PERSONALIZED STRESS EVALUATION USING PHYSIOLOGICAL SIGNALS.</a:t>
            </a:r>
          </a:p>
          <a:p>
            <a:r>
              <a:rPr lang="en-US" sz="2000" dirty="0">
                <a:latin typeface="Times New Roman" panose="02020603050405020304" pitchFamily="18" charset="0"/>
                <a:cs typeface="Times New Roman" panose="02020603050405020304" pitchFamily="18" charset="0"/>
              </a:rPr>
              <a:t>IEEE JOURNAL OF BIOMEDICAL AND HEALTH INFORMATICS</a:t>
            </a:r>
          </a:p>
          <a:p>
            <a:endParaRPr lang="en-US" sz="2000" b="1" dirty="0"/>
          </a:p>
          <a:p>
            <a:pPr marL="0" indent="0" algn="just">
              <a:buNone/>
            </a:pPr>
            <a:endParaRPr lang="en-US" sz="2000" dirty="0"/>
          </a:p>
        </p:txBody>
      </p:sp>
      <p:pic>
        <p:nvPicPr>
          <p:cNvPr id="4" name="Picture 4"/>
          <p:cNvPicPr>
            <a:picLocks noChangeAspect="1"/>
          </p:cNvPicPr>
          <p:nvPr/>
        </p:nvPicPr>
        <p:blipFill>
          <a:blip r:embed="rId2"/>
          <a:stretch>
            <a:fillRect/>
          </a:stretch>
        </p:blipFill>
        <p:spPr>
          <a:xfrm flipH="1">
            <a:off x="9439834" y="3960851"/>
            <a:ext cx="2344882" cy="2816466"/>
          </a:xfrm>
          <a:prstGeom prst="rect">
            <a:avLst/>
          </a:prstGeom>
        </p:spPr>
      </p:pic>
      <p:pic>
        <p:nvPicPr>
          <p:cNvPr id="5" name="Content Placeholder 4" descr="Target Audience"/>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1008" y="861060"/>
            <a:ext cx="91440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660845"/>
          </a:xfrm>
        </p:spPr>
        <p:txBody>
          <a:bodyPr>
            <a:normAutofit/>
          </a:bodyPr>
          <a:lstStyle/>
          <a:p>
            <a:r>
              <a:rPr lang="en-US">
                <a:solidFill>
                  <a:schemeClr val="tx1"/>
                </a:solidFill>
              </a:rPr>
              <a:t>EXISTING SYSTEM</a:t>
            </a:r>
            <a:r>
              <a:rPr lang="en-US"/>
              <a:t> </a:t>
            </a:r>
          </a:p>
        </p:txBody>
      </p:sp>
      <p:sp>
        <p:nvSpPr>
          <p:cNvPr id="3" name="Content Placeholder 2"/>
          <p:cNvSpPr>
            <a:spLocks noGrp="1"/>
          </p:cNvSpPr>
          <p:nvPr>
            <p:ph idx="1"/>
          </p:nvPr>
        </p:nvSpPr>
        <p:spPr>
          <a:xfrm>
            <a:off x="808787" y="-10936941"/>
            <a:ext cx="11029615" cy="26811972"/>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algn="just"/>
            <a:r>
              <a:rPr lang="en-US" sz="2000" dirty="0">
                <a:latin typeface="Times New Roman" panose="02020603050405020304" pitchFamily="18" charset="0"/>
                <a:cs typeface="Times New Roman" panose="02020603050405020304" pitchFamily="18" charset="0"/>
              </a:rPr>
              <a:t>In the existing system college students are facing so many mental health problems such as depression, pressure, stress, interpersonal sensitivity, fear, nervousness etc. </a:t>
            </a:r>
          </a:p>
          <a:p>
            <a:pPr algn="just"/>
            <a:r>
              <a:rPr lang="en-US" sz="2000" dirty="0">
                <a:latin typeface="Times New Roman" panose="02020603050405020304" pitchFamily="18" charset="0"/>
                <a:cs typeface="Times New Roman" panose="02020603050405020304" pitchFamily="18" charset="0"/>
              </a:rPr>
              <a:t>Though many industries and corporations provide mental health related schemes and try to ease the workplace atmosphere, the issue is far from control.</a:t>
            </a:r>
          </a:p>
          <a:p>
            <a:pPr algn="just"/>
            <a:endParaRPr lang="en-US" sz="2000" dirty="0"/>
          </a:p>
          <a:p>
            <a:pPr marL="0" indent="0" algn="just">
              <a:buNone/>
            </a:pPr>
            <a:endParaRPr lang="en-US" sz="2000" dirty="0"/>
          </a:p>
          <a:p>
            <a:pPr marL="0" indent="0">
              <a:buNone/>
            </a:pPr>
            <a:endParaRPr lang="en-US" sz="2000" dirty="0"/>
          </a:p>
        </p:txBody>
      </p:sp>
      <p:pic>
        <p:nvPicPr>
          <p:cNvPr id="5" name="Picture 5"/>
          <p:cNvPicPr>
            <a:picLocks noChangeAspect="1"/>
          </p:cNvPicPr>
          <p:nvPr/>
        </p:nvPicPr>
        <p:blipFill>
          <a:blip r:embed="rId2"/>
          <a:stretch>
            <a:fillRect/>
          </a:stretch>
        </p:blipFill>
        <p:spPr>
          <a:xfrm>
            <a:off x="6323594" y="3962817"/>
            <a:ext cx="5743351" cy="2895183"/>
          </a:xfrm>
          <a:prstGeom prst="rect">
            <a:avLst/>
          </a:prstGeom>
        </p:spPr>
      </p:pic>
      <p:sp>
        <p:nvSpPr>
          <p:cNvPr id="8" name="TextBox 7"/>
          <p:cNvSpPr txBox="1"/>
          <p:nvPr/>
        </p:nvSpPr>
        <p:spPr>
          <a:xfrm>
            <a:off x="3048458" y="2726555"/>
            <a:ext cx="6096914" cy="373949"/>
          </a:xfrm>
          <a:prstGeom prst="rect">
            <a:avLst/>
          </a:prstGeom>
          <a:noFill/>
        </p:spPr>
        <p:txBody>
          <a:bodyPr wrap="square">
            <a:spAutoFit/>
          </a:bodyPr>
          <a:lstStyle/>
          <a:p>
            <a:pPr marL="0" indent="0" algn="l" rtl="0" eaLnBrk="1" latinLnBrk="0" hangingPunct="1">
              <a:lnSpc>
                <a:spcPct val="110000"/>
              </a:lnSpc>
              <a:spcBef>
                <a:spcPts val="480"/>
              </a:spcBef>
              <a:spcAft>
                <a:spcPts val="600"/>
              </a:spcAft>
            </a:pPr>
            <a:endParaRPr lang="en-US">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244083"/>
            <a:ext cx="11029615" cy="9220841"/>
          </a:xfrm>
        </p:spPr>
        <p:txBody>
          <a:bodyPr>
            <a:normAutofit/>
          </a:bodyPr>
          <a:lstStyle/>
          <a:p>
            <a:pPr marL="0" indent="0">
              <a:lnSpc>
                <a:spcPct val="100000"/>
              </a:lnSpc>
              <a:spcBef>
                <a:spcPct val="0"/>
              </a:spcBef>
              <a:buNone/>
            </a:pPr>
            <a:r>
              <a:rPr lang="en-US" sz="2800" cap="all" dirty="0">
                <a:solidFill>
                  <a:schemeClr val="tx1"/>
                </a:solidFill>
                <a:latin typeface="+mj-lt"/>
                <a:ea typeface="+mj-ea"/>
                <a:cs typeface="+mj-cs"/>
              </a:rPr>
              <a:t>LIMITATIONS OF THE EXISTING SYSTEM</a:t>
            </a:r>
          </a:p>
          <a:p>
            <a:pPr marL="0" indent="0">
              <a:lnSpc>
                <a:spcPct val="100000"/>
              </a:lnSpc>
              <a:spcBef>
                <a:spcPct val="0"/>
              </a:spcBef>
              <a:buNone/>
            </a:pPr>
            <a:endParaRPr lang="en-US" sz="2800" cap="all" dirty="0">
              <a:solidFill>
                <a:schemeClr val="tx1"/>
              </a:solidFill>
              <a:latin typeface="+mj-lt"/>
              <a:ea typeface="+mj-ea"/>
              <a:cs typeface="+mj-cs"/>
            </a:endParaRPr>
          </a:p>
          <a:p>
            <a:pPr marL="0" indent="0">
              <a:lnSpc>
                <a:spcPct val="100000"/>
              </a:lnSpc>
              <a:spcBef>
                <a:spcPct val="0"/>
              </a:spcBef>
              <a:buNone/>
            </a:pPr>
            <a:r>
              <a:rPr lang="en-US" sz="2000" dirty="0">
                <a:latin typeface="Times New Roman" panose="02020603050405020304" pitchFamily="18" charset="0"/>
                <a:cs typeface="Times New Roman" panose="02020603050405020304" pitchFamily="18" charset="0"/>
              </a:rPr>
              <a:t>• No Automation for stress prediction </a:t>
            </a:r>
          </a:p>
          <a:p>
            <a:pPr marL="0" indent="0">
              <a:buNone/>
            </a:pPr>
            <a:r>
              <a:rPr lang="en-US" sz="2000" dirty="0">
                <a:latin typeface="Times New Roman" panose="02020603050405020304" pitchFamily="18" charset="0"/>
                <a:cs typeface="Times New Roman" panose="02020603050405020304" pitchFamily="18" charset="0"/>
              </a:rPr>
              <a:t>• Less user satisfaction </a:t>
            </a:r>
          </a:p>
          <a:p>
            <a:pPr marL="0" indent="0">
              <a:buNone/>
            </a:pPr>
            <a:r>
              <a:rPr lang="en-US" sz="2000" dirty="0">
                <a:latin typeface="Times New Roman" panose="02020603050405020304" pitchFamily="18" charset="0"/>
                <a:cs typeface="Times New Roman" panose="02020603050405020304" pitchFamily="18" charset="0"/>
              </a:rPr>
              <a:t>• Time consuming </a:t>
            </a:r>
          </a:p>
          <a:p>
            <a:pPr marL="0" indent="0">
              <a:buNone/>
            </a:pPr>
            <a:r>
              <a:rPr lang="en-US" sz="2000" dirty="0">
                <a:latin typeface="Times New Roman" panose="02020603050405020304" pitchFamily="18" charset="0"/>
                <a:cs typeface="Times New Roman" panose="02020603050405020304" pitchFamily="18" charset="0"/>
              </a:rPr>
              <a:t>• Less Reliable </a:t>
            </a:r>
          </a:p>
          <a:p>
            <a:pPr marL="0" indent="0">
              <a:buNone/>
            </a:pPr>
            <a:r>
              <a:rPr lang="en-US" sz="2000" dirty="0">
                <a:latin typeface="Times New Roman" panose="02020603050405020304" pitchFamily="18" charset="0"/>
                <a:cs typeface="Times New Roman" panose="02020603050405020304" pitchFamily="18" charset="0"/>
              </a:rPr>
              <a:t>• Less Efficient </a:t>
            </a:r>
          </a:p>
          <a:p>
            <a:pPr marL="0" indent="0">
              <a:buNone/>
            </a:pPr>
            <a:r>
              <a:rPr lang="en-US" sz="2000" dirty="0">
                <a:latin typeface="Times New Roman" panose="02020603050405020304" pitchFamily="18" charset="0"/>
                <a:cs typeface="Times New Roman" panose="02020603050405020304" pitchFamily="18" charset="0"/>
              </a:rPr>
              <a:t>• Manual Process</a:t>
            </a:r>
          </a:p>
        </p:txBody>
      </p:sp>
      <p:pic>
        <p:nvPicPr>
          <p:cNvPr id="4" name="Picture 4"/>
          <p:cNvPicPr>
            <a:picLocks noChangeAspect="1"/>
          </p:cNvPicPr>
          <p:nvPr/>
        </p:nvPicPr>
        <p:blipFill>
          <a:blip r:embed="rId2"/>
          <a:stretch>
            <a:fillRect/>
          </a:stretch>
        </p:blipFill>
        <p:spPr>
          <a:xfrm>
            <a:off x="7274859" y="1532746"/>
            <a:ext cx="4567518" cy="45675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297" y="-968187"/>
            <a:ext cx="11029616" cy="2133600"/>
          </a:xfrm>
        </p:spPr>
        <p:txBody>
          <a:bodyPr>
            <a:normAutofit/>
          </a:bodyPr>
          <a:lstStyle/>
          <a:p>
            <a:r>
              <a:rPr lang="en-US" dirty="0">
                <a:solidFill>
                  <a:schemeClr val="tx1"/>
                </a:solidFill>
              </a:rPr>
              <a:t>PROPOSED SYSTEM</a:t>
            </a:r>
            <a:r>
              <a:rPr lang="en-US" dirty="0"/>
              <a:t> </a:t>
            </a:r>
          </a:p>
        </p:txBody>
      </p:sp>
      <p:sp>
        <p:nvSpPr>
          <p:cNvPr id="3" name="Content Placeholder 2"/>
          <p:cNvSpPr>
            <a:spLocks noGrp="1"/>
          </p:cNvSpPr>
          <p:nvPr>
            <p:ph idx="1"/>
          </p:nvPr>
        </p:nvSpPr>
        <p:spPr>
          <a:xfrm>
            <a:off x="403411" y="927847"/>
            <a:ext cx="11362124" cy="6253888"/>
          </a:xfrm>
        </p:spPr>
        <p:txBody>
          <a:bodyPr>
            <a:normAutofit/>
          </a:bodyPr>
          <a:lstStyle/>
          <a:p>
            <a:pPr algn="just"/>
            <a:r>
              <a:rPr lang="en-US" sz="2000" dirty="0"/>
              <a:t>With changing lifestyle and work culture, there is an increase in the risk of stress among the college students. Systems find factors that strongly determine the stress levels. Stress was identified based on gender, family history and availability of health benefits in the education sector.</a:t>
            </a:r>
          </a:p>
          <a:p>
            <a:pPr marL="0" indent="0" algn="just">
              <a:buNone/>
            </a:pPr>
            <a:endParaRPr lang="en-US" sz="2000" dirty="0"/>
          </a:p>
          <a:p>
            <a:pPr algn="just"/>
            <a:r>
              <a:rPr lang="en-US" sz="2000" dirty="0"/>
              <a:t> By identifying the stress of students, system comes up with some approaches to reduce stress and create a much comfortable learning place for students. </a:t>
            </a:r>
          </a:p>
          <a:p>
            <a:endParaRPr lang="en-US" sz="2000" dirty="0"/>
          </a:p>
          <a:p>
            <a:pPr algn="just"/>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3956" y="-538797"/>
            <a:ext cx="11029615" cy="6917559"/>
          </a:xfrm>
        </p:spPr>
        <p:txBody>
          <a:bodyPr>
            <a:normAutofit/>
          </a:bodyPr>
          <a:lstStyle/>
          <a:p>
            <a:pPr marL="0" indent="0">
              <a:buNone/>
            </a:pPr>
            <a:r>
              <a:rPr lang="en-US" sz="2800" dirty="0">
                <a:solidFill>
                  <a:schemeClr val="tx1"/>
                </a:solidFill>
                <a:latin typeface="+mj-lt"/>
              </a:rPr>
              <a:t>OBJECTIVES</a:t>
            </a:r>
            <a:r>
              <a:rPr lang="en-US" sz="2800" dirty="0">
                <a:latin typeface="+mj-lt"/>
              </a:rPr>
              <a:t>:</a:t>
            </a:r>
          </a:p>
          <a:p>
            <a:r>
              <a:rPr lang="en-US" sz="2000" dirty="0"/>
              <a:t>Proposed system is a real time application. </a:t>
            </a:r>
          </a:p>
          <a:p>
            <a:r>
              <a:rPr lang="en-US" sz="2000" dirty="0"/>
              <a:t>The model classifies the students into Stressed and Stress Free. </a:t>
            </a:r>
          </a:p>
          <a:p>
            <a:r>
              <a:rPr lang="en-US" sz="2000" dirty="0"/>
              <a:t>Proposed system gives better decisions and also improvises the business. </a:t>
            </a:r>
          </a:p>
          <a:p>
            <a:r>
              <a:rPr lang="en-US" sz="2000" dirty="0"/>
              <a:t> Proposed system makes use of data science technique “classification rules” for predicting stress in college students. </a:t>
            </a:r>
          </a:p>
          <a:p>
            <a:r>
              <a:rPr lang="en-US" sz="2000" dirty="0"/>
              <a:t>Proposed system is meant for stress prediction. System build using “Visual Studio” as front-end technology and “SQL Server” as back-end technology.</a:t>
            </a:r>
          </a:p>
        </p:txBody>
      </p:sp>
      <p:pic>
        <p:nvPicPr>
          <p:cNvPr id="4" name="Picture 4"/>
          <p:cNvPicPr>
            <a:picLocks noChangeAspect="1"/>
          </p:cNvPicPr>
          <p:nvPr/>
        </p:nvPicPr>
        <p:blipFill>
          <a:blip r:embed="rId2"/>
          <a:stretch>
            <a:fillRect/>
          </a:stretch>
        </p:blipFill>
        <p:spPr>
          <a:xfrm>
            <a:off x="8815143" y="4442240"/>
            <a:ext cx="2977928" cy="22334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935055"/>
          </a:xfrm>
        </p:spPr>
        <p:txBody>
          <a:bodyPr>
            <a:normAutofit/>
          </a:bodyPr>
          <a:lstStyle/>
          <a:p>
            <a:r>
              <a:rPr lang="en-US" dirty="0">
                <a:solidFill>
                  <a:schemeClr val="tx1"/>
                </a:solidFill>
                <a:ea typeface="+mn-ea"/>
                <a:cs typeface="+mn-cs"/>
              </a:rPr>
              <a:t>Technology details</a:t>
            </a:r>
            <a:endParaRPr lang="en-IN" dirty="0">
              <a:solidFill>
                <a:schemeClr val="tx1"/>
              </a:solidFill>
              <a:ea typeface="+mn-ea"/>
              <a:cs typeface="+mn-cs"/>
            </a:endParaRPr>
          </a:p>
        </p:txBody>
      </p:sp>
      <p:sp>
        <p:nvSpPr>
          <p:cNvPr id="3" name="Content Placeholder 2"/>
          <p:cNvSpPr>
            <a:spLocks noGrp="1"/>
          </p:cNvSpPr>
          <p:nvPr>
            <p:ph idx="1"/>
          </p:nvPr>
        </p:nvSpPr>
        <p:spPr>
          <a:xfrm>
            <a:off x="581192" y="1785257"/>
            <a:ext cx="11029615" cy="4432663"/>
          </a:xfrm>
        </p:spPr>
        <p:txBody>
          <a:bodyPr>
            <a:normAutofit fontScale="40000" lnSpcReduction="20000"/>
          </a:bodyPr>
          <a:lstStyle/>
          <a:p>
            <a:pPr marL="0" indent="0" algn="just">
              <a:lnSpc>
                <a:spcPct val="120000"/>
              </a:lnSpc>
              <a:spcBef>
                <a:spcPct val="0"/>
              </a:spcBef>
              <a:buNone/>
            </a:pPr>
            <a:r>
              <a:rPr lang="en-US" sz="7000" cap="all" dirty="0">
                <a:solidFill>
                  <a:schemeClr val="tx1"/>
                </a:solidFill>
                <a:latin typeface="+mj-lt"/>
              </a:rPr>
              <a:t>MACHINE LEARNING                                                                                            </a:t>
            </a:r>
          </a:p>
          <a:p>
            <a:pPr marL="0" indent="0">
              <a:lnSpc>
                <a:spcPct val="130000"/>
              </a:lnSpc>
              <a:buNone/>
            </a:pPr>
            <a:r>
              <a:rPr lang="en-US" sz="5000" dirty="0"/>
              <a:t>Machine Learning is a subset of Artificial Intelligence which trains the model without human Intervention.</a:t>
            </a:r>
          </a:p>
          <a:p>
            <a:pPr marL="0" indent="0">
              <a:lnSpc>
                <a:spcPct val="130000"/>
              </a:lnSpc>
              <a:buNone/>
            </a:pPr>
            <a:r>
              <a:rPr lang="en-US" sz="5000" dirty="0"/>
              <a:t> </a:t>
            </a:r>
            <a:r>
              <a:rPr lang="x-none" sz="5000" dirty="0"/>
              <a:t>It has been categorized into </a:t>
            </a:r>
            <a:endParaRPr lang="en-US" sz="5000" dirty="0"/>
          </a:p>
          <a:p>
            <a:pPr>
              <a:lnSpc>
                <a:spcPct val="130000"/>
              </a:lnSpc>
            </a:pPr>
            <a:r>
              <a:rPr lang="x-none" sz="5000" dirty="0"/>
              <a:t>Supervised</a:t>
            </a:r>
            <a:r>
              <a:rPr lang="en-US" sz="5000" dirty="0"/>
              <a:t> </a:t>
            </a:r>
            <a:r>
              <a:rPr lang="x-none" sz="5000" dirty="0"/>
              <a:t>learning</a:t>
            </a:r>
            <a:endParaRPr lang="en-US" sz="5000" dirty="0"/>
          </a:p>
          <a:p>
            <a:pPr>
              <a:lnSpc>
                <a:spcPct val="130000"/>
              </a:lnSpc>
            </a:pPr>
            <a:r>
              <a:rPr lang="x-none" sz="5000" dirty="0"/>
              <a:t>Unsupervised learning</a:t>
            </a:r>
            <a:endParaRPr lang="en-US" sz="5000" dirty="0"/>
          </a:p>
          <a:p>
            <a:pPr>
              <a:lnSpc>
                <a:spcPct val="130000"/>
              </a:lnSpc>
            </a:pPr>
            <a:r>
              <a:rPr lang="en-US" sz="5000" dirty="0"/>
              <a:t>S</a:t>
            </a:r>
            <a:r>
              <a:rPr lang="x-none" sz="5000" dirty="0"/>
              <a:t>emi- Supervised learning .</a:t>
            </a:r>
            <a:endParaRPr lang="en-IN" sz="5000" dirty="0"/>
          </a:p>
          <a:p>
            <a:pPr marL="0" indent="0">
              <a:buNone/>
            </a:pPr>
            <a:endParaRPr lang="en-US" sz="29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                  </a:t>
            </a:r>
            <a:endParaRPr lang="en-IN" sz="2000" dirty="0"/>
          </a:p>
        </p:txBody>
      </p:sp>
      <p:pic>
        <p:nvPicPr>
          <p:cNvPr id="6" name="Picture 5"/>
          <p:cNvPicPr>
            <a:picLocks noChangeAspect="1"/>
          </p:cNvPicPr>
          <p:nvPr/>
        </p:nvPicPr>
        <p:blipFill>
          <a:blip r:embed="rId2"/>
          <a:stretch>
            <a:fillRect/>
          </a:stretch>
        </p:blipFill>
        <p:spPr>
          <a:xfrm>
            <a:off x="6788330" y="3185413"/>
            <a:ext cx="4493623" cy="24095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575894" y="729658"/>
          <a:ext cx="11029616" cy="55492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44137" y="751300"/>
            <a:ext cx="11321143" cy="5773412"/>
          </a:xfrm>
          <a:prstGeom prst="rect">
            <a:avLst/>
          </a:prstGeom>
        </p:spPr>
      </p:pic>
      <p:sp>
        <p:nvSpPr>
          <p:cNvPr id="5" name="Oval 4"/>
          <p:cNvSpPr/>
          <p:nvPr/>
        </p:nvSpPr>
        <p:spPr>
          <a:xfrm>
            <a:off x="4589418" y="3422469"/>
            <a:ext cx="2638696" cy="1576251"/>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bg1"/>
                </a:solidFill>
              </a:rPr>
              <a:t>SYSTEM 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60884"/>
          </a:xfrm>
        </p:spPr>
        <p:txBody>
          <a:bodyPr>
            <a:normAutofit/>
          </a:bodyPr>
          <a:lstStyle/>
          <a:p>
            <a:pPr algn="just"/>
            <a:r>
              <a:rPr lang="en-US" dirty="0">
                <a:solidFill>
                  <a:schemeClr val="tx1"/>
                </a:solidFill>
                <a:ea typeface="+mn-ea"/>
                <a:cs typeface="+mn-cs"/>
              </a:rPr>
              <a:t>SOFTWARE REQUIREMENTS</a:t>
            </a:r>
            <a:endParaRPr lang="en-IN" dirty="0">
              <a:solidFill>
                <a:schemeClr val="tx1"/>
              </a:solidFill>
              <a:ea typeface="+mn-ea"/>
              <a:cs typeface="+mn-cs"/>
            </a:endParaRPr>
          </a:p>
        </p:txBody>
      </p:sp>
      <p:graphicFrame>
        <p:nvGraphicFramePr>
          <p:cNvPr id="12" name="Content Placeholder 11"/>
          <p:cNvGraphicFramePr>
            <a:graphicFrameLocks noGrp="1"/>
          </p:cNvGraphicFramePr>
          <p:nvPr>
            <p:ph idx="1"/>
          </p:nvPr>
        </p:nvGraphicFramePr>
        <p:xfrm>
          <a:off x="581192" y="1907176"/>
          <a:ext cx="10426610" cy="4257450"/>
        </p:xfrm>
        <a:graphic>
          <a:graphicData uri="http://schemas.openxmlformats.org/drawingml/2006/table">
            <a:tbl>
              <a:tblPr bandRow="1">
                <a:tableStyleId>{073A0DAA-6AF3-43AB-8588-CEC1D06C72B9}</a:tableStyleId>
              </a:tblPr>
              <a:tblGrid>
                <a:gridCol w="5213305">
                  <a:extLst>
                    <a:ext uri="{9D8B030D-6E8A-4147-A177-3AD203B41FA5}">
                      <a16:colId xmlns:a16="http://schemas.microsoft.com/office/drawing/2014/main" val="20000"/>
                    </a:ext>
                  </a:extLst>
                </a:gridCol>
                <a:gridCol w="5213305">
                  <a:extLst>
                    <a:ext uri="{9D8B030D-6E8A-4147-A177-3AD203B41FA5}">
                      <a16:colId xmlns:a16="http://schemas.microsoft.com/office/drawing/2014/main" val="20001"/>
                    </a:ext>
                  </a:extLst>
                </a:gridCol>
              </a:tblGrid>
              <a:tr h="709575">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Operating System 	</a:t>
                      </a:r>
                    </a:p>
                    <a:p>
                      <a:pPr algn="ctr"/>
                      <a:endParaRPr lang="en-IN" sz="2000" kern="1200" dirty="0">
                        <a:solidFill>
                          <a:schemeClr val="tx1"/>
                        </a:solidFill>
                        <a:latin typeface="+mn-lt"/>
                        <a:ea typeface="+mn-ea"/>
                        <a:cs typeface="+mn-cs"/>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 	Windows 	</a:t>
                      </a:r>
                    </a:p>
                    <a:p>
                      <a:pPr algn="ct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0000"/>
                  </a:ext>
                </a:extLst>
              </a:tr>
              <a:tr h="709575">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Design Tool 	</a:t>
                      </a:r>
                    </a:p>
                    <a:p>
                      <a:pPr algn="ctr"/>
                      <a:endParaRPr lang="en-IN" sz="2000" kern="1200" dirty="0">
                        <a:solidFill>
                          <a:schemeClr val="tx1"/>
                        </a:solidFill>
                        <a:latin typeface="+mn-lt"/>
                        <a:ea typeface="+mn-ea"/>
                        <a:cs typeface="+mn-cs"/>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Visual Studio 	</a:t>
                      </a:r>
                    </a:p>
                    <a:p>
                      <a:pPr algn="ct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0001"/>
                  </a:ext>
                </a:extLst>
              </a:tr>
              <a:tr h="709575">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Front End 	</a:t>
                      </a:r>
                    </a:p>
                    <a:p>
                      <a:pPr algn="ctr"/>
                      <a:endParaRPr lang="en-IN" sz="2000" kern="1200" dirty="0">
                        <a:solidFill>
                          <a:schemeClr val="tx1"/>
                        </a:solidFill>
                        <a:latin typeface="+mn-lt"/>
                        <a:ea typeface="+mn-ea"/>
                        <a:cs typeface="+mn-cs"/>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ASP.NET 4.0 	</a:t>
                      </a:r>
                    </a:p>
                    <a:p>
                      <a:pPr algn="ct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0002"/>
                  </a:ext>
                </a:extLst>
              </a:tr>
              <a:tr h="709575">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Language 	</a:t>
                      </a:r>
                    </a:p>
                    <a:p>
                      <a:pPr algn="ctr"/>
                      <a:endParaRPr lang="en-IN" sz="2000" kern="1200" dirty="0">
                        <a:solidFill>
                          <a:schemeClr val="tx1"/>
                        </a:solidFill>
                        <a:latin typeface="+mn-lt"/>
                        <a:ea typeface="+mn-ea"/>
                        <a:cs typeface="+mn-cs"/>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C# 	</a:t>
                      </a:r>
                    </a:p>
                    <a:p>
                      <a:pPr algn="ct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0003"/>
                  </a:ext>
                </a:extLst>
              </a:tr>
              <a:tr h="709575">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SQL Server 	</a:t>
                      </a:r>
                    </a:p>
                    <a:p>
                      <a:pPr algn="ctr"/>
                      <a:endParaRPr lang="en-IN" sz="2000" kern="1200" dirty="0">
                        <a:solidFill>
                          <a:schemeClr val="tx1"/>
                        </a:solidFill>
                        <a:latin typeface="+mn-lt"/>
                        <a:ea typeface="+mn-ea"/>
                        <a:cs typeface="+mn-cs"/>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SQL Server 	</a:t>
                      </a:r>
                    </a:p>
                    <a:p>
                      <a:pPr algn="ct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0004"/>
                  </a:ext>
                </a:extLst>
              </a:tr>
              <a:tr h="709575">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Data Access Technology 	</a:t>
                      </a:r>
                    </a:p>
                    <a:p>
                      <a:pPr algn="ctr"/>
                      <a:endParaRPr lang="en-IN" sz="2000" kern="1200" dirty="0">
                        <a:solidFill>
                          <a:schemeClr val="tx1"/>
                        </a:solidFill>
                        <a:latin typeface="+mn-lt"/>
                        <a:ea typeface="+mn-ea"/>
                        <a:cs typeface="+mn-cs"/>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IN" sz="2000" kern="1200" dirty="0">
                          <a:solidFill>
                            <a:schemeClr val="tx1"/>
                          </a:solidFill>
                          <a:latin typeface="+mn-lt"/>
                          <a:ea typeface="+mn-ea"/>
                          <a:cs typeface="+mn-cs"/>
                        </a:rPr>
                        <a:t>ADO.NET 	</a:t>
                      </a:r>
                    </a:p>
                    <a:p>
                      <a:pPr algn="ct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878925"/>
            <a:ext cx="11029616" cy="837139"/>
          </a:xfrm>
        </p:spPr>
        <p:txBody>
          <a:bodyPr>
            <a:normAutofit/>
          </a:bodyPr>
          <a:lstStyle/>
          <a:p>
            <a:pPr algn="just"/>
            <a:r>
              <a:rPr lang="en-US" dirty="0">
                <a:solidFill>
                  <a:schemeClr val="tx1"/>
                </a:solidFill>
                <a:ea typeface="+mn-ea"/>
                <a:cs typeface="+mn-cs"/>
              </a:rPr>
              <a:t>System design</a:t>
            </a:r>
            <a:endParaRPr lang="en-IN" dirty="0">
              <a:solidFill>
                <a:schemeClr val="tx1"/>
              </a:solidFill>
              <a:ea typeface="+mn-ea"/>
              <a:cs typeface="+mn-cs"/>
            </a:endParaRPr>
          </a:p>
        </p:txBody>
      </p:sp>
      <p:graphicFrame>
        <p:nvGraphicFramePr>
          <p:cNvPr id="7" name="Content Placeholder 6"/>
          <p:cNvGraphicFramePr>
            <a:graphicFrameLocks noGrp="1"/>
          </p:cNvGraphicFramePr>
          <p:nvPr>
            <p:ph idx="1"/>
          </p:nvPr>
        </p:nvGraphicFramePr>
        <p:xfrm>
          <a:off x="4894217" y="2316480"/>
          <a:ext cx="6716591" cy="3571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581192" y="2603864"/>
            <a:ext cx="5625737" cy="707886"/>
          </a:xfrm>
          <a:prstGeom prst="rect">
            <a:avLst/>
          </a:prstGeom>
          <a:noFill/>
        </p:spPr>
        <p:txBody>
          <a:bodyPr wrap="square" rtlCol="0">
            <a:spAutoFit/>
          </a:bodyPr>
          <a:lstStyle/>
          <a:p>
            <a:r>
              <a:rPr lang="en-US" sz="2000" b="1" dirty="0">
                <a:solidFill>
                  <a:schemeClr val="tx1">
                    <a:lumMod val="75000"/>
                    <a:lumOff val="25000"/>
                  </a:schemeClr>
                </a:solidFill>
              </a:rPr>
              <a:t>The Project is based on three tier architecture and </a:t>
            </a:r>
          </a:p>
          <a:p>
            <a:r>
              <a:rPr lang="en-US" sz="2000" b="1" dirty="0">
                <a:solidFill>
                  <a:schemeClr val="tx1">
                    <a:lumMod val="75000"/>
                    <a:lumOff val="25000"/>
                  </a:schemeClr>
                </a:solidFill>
              </a:rPr>
              <a:t>consists of three layers. They are: </a:t>
            </a:r>
            <a:endParaRPr lang="en-IN" sz="2000" b="1" dirty="0">
              <a:solidFill>
                <a:schemeClr val="tx1">
                  <a:lumMod val="75000"/>
                  <a:lumOff val="25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75894" y="722811"/>
          <a:ext cx="11029616" cy="5408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3511174" y="1479176"/>
          <a:ext cx="7622991" cy="50157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537881" y="1075766"/>
            <a:ext cx="8081683" cy="954107"/>
          </a:xfrm>
          <a:prstGeom prst="rect">
            <a:avLst/>
          </a:prstGeom>
          <a:noFill/>
        </p:spPr>
        <p:txBody>
          <a:bodyPr wrap="square" rtlCol="0">
            <a:spAutoFit/>
          </a:bodyPr>
          <a:lstStyle/>
          <a:p>
            <a:pPr marL="0" lvl="1" algn="just"/>
            <a:r>
              <a:rPr lang="en-US" sz="2800" dirty="0">
                <a:latin typeface="+mj-lt"/>
              </a:rPr>
              <a:t>SYSTEM  DETAILED DESIGN</a:t>
            </a:r>
            <a:endParaRPr lang="en-IN" sz="2800" dirty="0">
              <a:latin typeface="+mj-lt"/>
            </a:endParaRPr>
          </a:p>
          <a:p>
            <a:endParaRPr lang="en-US" sz="2800" dirty="0">
              <a:latin typeface="+mj-lt"/>
            </a:endParaRPr>
          </a:p>
        </p:txBody>
      </p:sp>
      <p:sp>
        <p:nvSpPr>
          <p:cNvPr id="4" name="TextBox 3"/>
          <p:cNvSpPr txBox="1"/>
          <p:nvPr/>
        </p:nvSpPr>
        <p:spPr>
          <a:xfrm>
            <a:off x="4195484" y="3697939"/>
            <a:ext cx="1949824" cy="523220"/>
          </a:xfrm>
          <a:prstGeom prst="rect">
            <a:avLst/>
          </a:prstGeom>
          <a:noFill/>
        </p:spPr>
        <p:txBody>
          <a:bodyPr wrap="square" rtlCol="0">
            <a:spAutoFit/>
          </a:bodyPr>
          <a:lstStyle/>
          <a:p>
            <a:r>
              <a:rPr lang="en-US" sz="2800" dirty="0">
                <a:latin typeface="+mj-lt"/>
              </a:rPr>
              <a:t>MODULES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50576" y="1368817"/>
            <a:ext cx="10032216" cy="5287475"/>
          </a:xfrm>
          <a:prstGeom prst="rect">
            <a:avLst/>
          </a:prstGeom>
        </p:spPr>
      </p:pic>
      <p:sp>
        <p:nvSpPr>
          <p:cNvPr id="6" name="TextBox 5"/>
          <p:cNvSpPr txBox="1"/>
          <p:nvPr/>
        </p:nvSpPr>
        <p:spPr>
          <a:xfrm>
            <a:off x="2312894" y="699247"/>
            <a:ext cx="8525435" cy="523220"/>
          </a:xfrm>
          <a:prstGeom prst="rect">
            <a:avLst/>
          </a:prstGeom>
          <a:noFill/>
        </p:spPr>
        <p:txBody>
          <a:bodyPr wrap="square" rtlCol="0">
            <a:spAutoFit/>
          </a:bodyPr>
          <a:lstStyle/>
          <a:p>
            <a:r>
              <a:rPr lang="en-US" sz="2800" dirty="0">
                <a:latin typeface="+mj-lt"/>
              </a:rPr>
              <a:t>OVERVIEW OF FUNCTIONALITIES OF MODULES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94" y="581612"/>
            <a:ext cx="11029616" cy="759508"/>
          </a:xfrm>
        </p:spPr>
        <p:txBody>
          <a:bodyPr/>
          <a:lstStyle/>
          <a:p>
            <a:r>
              <a:rPr lang="en-US" dirty="0">
                <a:solidFill>
                  <a:schemeClr val="tx1"/>
                </a:solidFill>
              </a:rPr>
              <a:t>Admin module</a:t>
            </a:r>
            <a:endParaRPr lang="en-IN" dirty="0">
              <a:solidFill>
                <a:schemeClr val="tx1"/>
              </a:solidFill>
            </a:endParaRPr>
          </a:p>
        </p:txBody>
      </p:sp>
      <p:pic>
        <p:nvPicPr>
          <p:cNvPr id="3" name="Picture 2"/>
          <p:cNvPicPr>
            <a:picLocks noChangeAspect="1"/>
          </p:cNvPicPr>
          <p:nvPr/>
        </p:nvPicPr>
        <p:blipFill>
          <a:blip r:embed="rId2"/>
          <a:stretch>
            <a:fillRect/>
          </a:stretch>
        </p:blipFill>
        <p:spPr>
          <a:xfrm>
            <a:off x="691470" y="1550126"/>
            <a:ext cx="9833700" cy="51548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474258" y="1828800"/>
            <a:ext cx="6959746" cy="4316506"/>
          </a:xfrm>
          <a:prstGeom prst="rect">
            <a:avLst/>
          </a:prstGeom>
          <a:noFill/>
          <a:ln w="9525">
            <a:noFill/>
            <a:miter lim="800000"/>
            <a:headEnd/>
            <a:tailEnd/>
          </a:ln>
          <a:effectLst/>
        </p:spPr>
      </p:pic>
      <p:sp>
        <p:nvSpPr>
          <p:cNvPr id="3" name="TextBox 2"/>
          <p:cNvSpPr txBox="1"/>
          <p:nvPr/>
        </p:nvSpPr>
        <p:spPr>
          <a:xfrm>
            <a:off x="564777" y="900953"/>
            <a:ext cx="9439836" cy="523220"/>
          </a:xfrm>
          <a:prstGeom prst="rect">
            <a:avLst/>
          </a:prstGeom>
          <a:noFill/>
        </p:spPr>
        <p:txBody>
          <a:bodyPr wrap="square" rtlCol="0">
            <a:spAutoFit/>
          </a:bodyPr>
          <a:lstStyle/>
          <a:p>
            <a:pPr algn="ctr"/>
            <a:r>
              <a:rPr lang="en-US" sz="2800" dirty="0">
                <a:latin typeface="+mj-lt"/>
              </a:rPr>
              <a:t>             SEQUENCE DIAGRAM OF ADMIN MODULE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94" y="729658"/>
            <a:ext cx="11029616" cy="820468"/>
          </a:xfrm>
        </p:spPr>
        <p:txBody>
          <a:bodyPr/>
          <a:lstStyle/>
          <a:p>
            <a:r>
              <a:rPr lang="en-US" dirty="0">
                <a:solidFill>
                  <a:schemeClr val="tx1"/>
                </a:solidFill>
              </a:rPr>
              <a:t>Student module</a:t>
            </a:r>
            <a:endParaRPr lang="en-IN" dirty="0">
              <a:solidFill>
                <a:schemeClr val="tx1"/>
              </a:solidFill>
            </a:endParaRPr>
          </a:p>
        </p:txBody>
      </p:sp>
      <p:pic>
        <p:nvPicPr>
          <p:cNvPr id="3" name="Picture 2"/>
          <p:cNvPicPr>
            <a:picLocks noChangeAspect="1"/>
          </p:cNvPicPr>
          <p:nvPr/>
        </p:nvPicPr>
        <p:blipFill>
          <a:blip r:embed="rId2"/>
          <a:stretch>
            <a:fillRect/>
          </a:stretch>
        </p:blipFill>
        <p:spPr>
          <a:xfrm>
            <a:off x="1864178" y="1684907"/>
            <a:ext cx="8054884" cy="487264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29753" y="900953"/>
            <a:ext cx="7274859" cy="523220"/>
          </a:xfrm>
          <a:prstGeom prst="rect">
            <a:avLst/>
          </a:prstGeom>
          <a:noFill/>
        </p:spPr>
        <p:txBody>
          <a:bodyPr wrap="square" rtlCol="0">
            <a:spAutoFit/>
          </a:bodyPr>
          <a:lstStyle/>
          <a:p>
            <a:r>
              <a:rPr lang="en-US" sz="2800" dirty="0">
                <a:latin typeface="+mj-lt"/>
              </a:rPr>
              <a:t>SEQUENCE DIAGRAM OF STUDENT MODULE</a:t>
            </a:r>
          </a:p>
        </p:txBody>
      </p:sp>
      <p:pic>
        <p:nvPicPr>
          <p:cNvPr id="6" name="Picture 5" descr="Sequence Diagram - Student"/>
          <p:cNvPicPr/>
          <p:nvPr/>
        </p:nvPicPr>
        <p:blipFill>
          <a:blip r:embed="rId2"/>
          <a:stretch>
            <a:fillRect/>
          </a:stretch>
        </p:blipFill>
        <p:spPr>
          <a:xfrm>
            <a:off x="2729754" y="2025649"/>
            <a:ext cx="7176246" cy="42513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nvGraphicFramePr>
        <p:xfrm>
          <a:off x="3448052" y="709613"/>
          <a:ext cx="5038724" cy="5824537"/>
        </p:xfrm>
        <a:graphic>
          <a:graphicData uri="http://schemas.openxmlformats.org/presentationml/2006/ole">
            <mc:AlternateContent xmlns:mc="http://schemas.openxmlformats.org/markup-compatibility/2006">
              <mc:Choice xmlns:v="urn:schemas-microsoft-com:vml" Requires="v">
                <p:oleObj spid="_x0000_s1034" name="Worksheet" r:id="rId3" imgW="3971925" imgH="9144000" progId="Excel.Sheet.12">
                  <p:embed/>
                </p:oleObj>
              </mc:Choice>
              <mc:Fallback>
                <p:oleObj name="Worksheet" r:id="rId3" imgW="3971925" imgH="9144000" progId="Excel.Sheet.12">
                  <p:embed/>
                  <p:pic>
                    <p:nvPicPr>
                      <p:cNvPr id="0" name="Picture 1026"/>
                      <p:cNvPicPr/>
                      <p:nvPr/>
                    </p:nvPicPr>
                    <p:blipFill>
                      <a:blip r:embed="rId4"/>
                      <a:stretch>
                        <a:fillRect/>
                      </a:stretch>
                    </p:blipFill>
                    <p:spPr>
                      <a:xfrm>
                        <a:off x="3448052" y="709613"/>
                        <a:ext cx="5038724" cy="5824537"/>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555" b="1" dirty="0">
                <a:latin typeface="Times New Roman" panose="02020603050405020304" charset="0"/>
                <a:cs typeface="Times New Roman" panose="02020603050405020304" charset="0"/>
                <a:sym typeface="+mn-ea"/>
              </a:rPr>
              <a:t>DETAILED ANALYSIS OF LITERATURE REVIEW</a:t>
            </a:r>
            <a:br>
              <a:rPr lang="en-IN" b="1" dirty="0">
                <a:latin typeface="Times New Roman" panose="02020603050405020304" charset="0"/>
                <a:cs typeface="Times New Roman" panose="02020603050405020304" charset="0"/>
                <a:sym typeface="+mn-ea"/>
              </a:rPr>
            </a:br>
            <a:br>
              <a:rPr lang="en-US" dirty="0"/>
            </a:br>
            <a:endParaRPr 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646358746"/>
              </p:ext>
            </p:extLst>
          </p:nvPr>
        </p:nvGraphicFramePr>
        <p:xfrm>
          <a:off x="581192" y="1104772"/>
          <a:ext cx="11029315" cy="5581253"/>
        </p:xfrm>
        <a:graphic>
          <a:graphicData uri="http://schemas.openxmlformats.org/drawingml/2006/table">
            <a:tbl>
              <a:tblPr firstRow="1" bandRow="1">
                <a:tableStyleId>{5C22544A-7EE6-4342-B048-85BDC9FD1C3A}</a:tableStyleId>
              </a:tblPr>
              <a:tblGrid>
                <a:gridCol w="927100">
                  <a:extLst>
                    <a:ext uri="{9D8B030D-6E8A-4147-A177-3AD203B41FA5}">
                      <a16:colId xmlns:a16="http://schemas.microsoft.com/office/drawing/2014/main" val="20000"/>
                    </a:ext>
                  </a:extLst>
                </a:gridCol>
                <a:gridCol w="2961640">
                  <a:extLst>
                    <a:ext uri="{9D8B030D-6E8A-4147-A177-3AD203B41FA5}">
                      <a16:colId xmlns:a16="http://schemas.microsoft.com/office/drawing/2014/main" val="20001"/>
                    </a:ext>
                  </a:extLst>
                </a:gridCol>
                <a:gridCol w="1578610">
                  <a:extLst>
                    <a:ext uri="{9D8B030D-6E8A-4147-A177-3AD203B41FA5}">
                      <a16:colId xmlns:a16="http://schemas.microsoft.com/office/drawing/2014/main" val="20002"/>
                    </a:ext>
                  </a:extLst>
                </a:gridCol>
                <a:gridCol w="1606550">
                  <a:extLst>
                    <a:ext uri="{9D8B030D-6E8A-4147-A177-3AD203B41FA5}">
                      <a16:colId xmlns:a16="http://schemas.microsoft.com/office/drawing/2014/main" val="20003"/>
                    </a:ext>
                  </a:extLst>
                </a:gridCol>
                <a:gridCol w="1593850">
                  <a:extLst>
                    <a:ext uri="{9D8B030D-6E8A-4147-A177-3AD203B41FA5}">
                      <a16:colId xmlns:a16="http://schemas.microsoft.com/office/drawing/2014/main" val="20004"/>
                    </a:ext>
                  </a:extLst>
                </a:gridCol>
                <a:gridCol w="2361565">
                  <a:extLst>
                    <a:ext uri="{9D8B030D-6E8A-4147-A177-3AD203B41FA5}">
                      <a16:colId xmlns:a16="http://schemas.microsoft.com/office/drawing/2014/main" val="20005"/>
                    </a:ext>
                  </a:extLst>
                </a:gridCol>
              </a:tblGrid>
              <a:tr h="551321">
                <a:tc>
                  <a:txBody>
                    <a:bodyPr/>
                    <a:lstStyle/>
                    <a:p>
                      <a:pPr>
                        <a:buNone/>
                      </a:pPr>
                      <a:r>
                        <a:rPr lang="en-US" sz="1800" dirty="0">
                          <a:sym typeface="+mn-ea"/>
                        </a:rPr>
                        <a:t>Sl. No</a:t>
                      </a:r>
                      <a:endParaRPr lang="en-IN" sz="1800" dirty="0"/>
                    </a:p>
                    <a:p>
                      <a:pPr>
                        <a:buNone/>
                      </a:pPr>
                      <a:endParaRPr lang="en-US"/>
                    </a:p>
                  </a:txBody>
                  <a:tcPr/>
                </a:tc>
                <a:tc>
                  <a:txBody>
                    <a:bodyPr/>
                    <a:lstStyle/>
                    <a:p>
                      <a:pPr>
                        <a:buNone/>
                      </a:pPr>
                      <a:r>
                        <a:rPr lang="en-US" sz="1800" dirty="0">
                          <a:sym typeface="+mn-ea"/>
                        </a:rPr>
                        <a:t>Title of the Journal</a:t>
                      </a:r>
                      <a:endParaRPr lang="en-IN" sz="1800" dirty="0"/>
                    </a:p>
                    <a:p>
                      <a:pPr>
                        <a:buNone/>
                      </a:pPr>
                      <a:endParaRPr lang="en-US"/>
                    </a:p>
                  </a:txBody>
                  <a:tcPr/>
                </a:tc>
                <a:tc>
                  <a:txBody>
                    <a:bodyPr/>
                    <a:lstStyle/>
                    <a:p>
                      <a:pPr>
                        <a:buNone/>
                      </a:pPr>
                      <a:r>
                        <a:rPr lang="en-US" sz="1800" dirty="0">
                          <a:sym typeface="+mn-ea"/>
                        </a:rPr>
                        <a:t>Authors</a:t>
                      </a:r>
                      <a:endParaRPr lang="en-IN" sz="1800" dirty="0"/>
                    </a:p>
                    <a:p>
                      <a:pPr>
                        <a:buNone/>
                      </a:pPr>
                      <a:endParaRPr lang="en-US"/>
                    </a:p>
                  </a:txBody>
                  <a:tcPr/>
                </a:tc>
                <a:tc>
                  <a:txBody>
                    <a:bodyPr/>
                    <a:lstStyle/>
                    <a:p>
                      <a:pPr>
                        <a:buNone/>
                      </a:pPr>
                      <a:r>
                        <a:rPr lang="en-US" sz="1800" dirty="0">
                          <a:sym typeface="+mn-ea"/>
                        </a:rPr>
                        <a:t>Publisher</a:t>
                      </a:r>
                      <a:endParaRPr lang="en-IN" sz="1800" dirty="0"/>
                    </a:p>
                    <a:p>
                      <a:pPr>
                        <a:buNone/>
                      </a:pPr>
                      <a:endParaRPr lang="en-US"/>
                    </a:p>
                  </a:txBody>
                  <a:tcPr/>
                </a:tc>
                <a:tc>
                  <a:txBody>
                    <a:bodyPr/>
                    <a:lstStyle/>
                    <a:p>
                      <a:pPr>
                        <a:buNone/>
                      </a:pPr>
                      <a:r>
                        <a:rPr lang="en-US" sz="1800" dirty="0">
                          <a:sym typeface="+mn-ea"/>
                        </a:rPr>
                        <a:t>Summary</a:t>
                      </a:r>
                      <a:endParaRPr lang="en-IN" sz="1800" dirty="0"/>
                    </a:p>
                    <a:p>
                      <a:pPr>
                        <a:buNone/>
                      </a:pPr>
                      <a:endParaRPr lang="en-US"/>
                    </a:p>
                  </a:txBody>
                  <a:tcPr/>
                </a:tc>
                <a:tc>
                  <a:txBody>
                    <a:bodyPr/>
                    <a:lstStyle/>
                    <a:p>
                      <a:pPr>
                        <a:buNone/>
                      </a:pPr>
                      <a:r>
                        <a:rPr lang="en-US" sz="1800" dirty="0">
                          <a:sym typeface="+mn-ea"/>
                        </a:rPr>
                        <a:t>Drawbacks</a:t>
                      </a:r>
                      <a:endParaRPr lang="en-IN" sz="1800" dirty="0"/>
                    </a:p>
                    <a:p>
                      <a:pPr>
                        <a:buNone/>
                      </a:pPr>
                      <a:endParaRPr lang="en-US" dirty="0"/>
                    </a:p>
                  </a:txBody>
                  <a:tcPr/>
                </a:tc>
                <a:extLst>
                  <a:ext uri="{0D108BD9-81ED-4DB2-BD59-A6C34878D82A}">
                    <a16:rowId xmlns:a16="http://schemas.microsoft.com/office/drawing/2014/main" val="10000"/>
                  </a:ext>
                </a:extLst>
              </a:tr>
              <a:tr h="452194">
                <a:tc>
                  <a:txBody>
                    <a:bodyPr/>
                    <a:lstStyle/>
                    <a:p>
                      <a:pPr>
                        <a:buNone/>
                      </a:pPr>
                      <a:r>
                        <a:rPr lang="en-IN" altLang="en-US"/>
                        <a:t>01</a:t>
                      </a:r>
                    </a:p>
                  </a:txBody>
                  <a:tcPr/>
                </a:tc>
                <a:tc>
                  <a:txBody>
                    <a:bodyPr/>
                    <a:lstStyle/>
                    <a:p>
                      <a:pPr algn="just">
                        <a:buNone/>
                      </a:pPr>
                      <a:r>
                        <a:rPr lang="en-US" sz="1200" dirty="0">
                          <a:latin typeface="Times New Roman" panose="02020603050405020304" charset="0"/>
                          <a:cs typeface="Times New Roman" panose="02020603050405020304" charset="0"/>
                          <a:sym typeface="+mn-ea"/>
                        </a:rPr>
                        <a:t>Stress Prediction of students using machine learning</a:t>
                      </a:r>
                      <a:r>
                        <a:rPr lang="en-IN" altLang="en-US" sz="1200" dirty="0">
                          <a:latin typeface="Times New Roman" panose="02020603050405020304" charset="0"/>
                          <a:cs typeface="Times New Roman" panose="02020603050405020304" charset="0"/>
                          <a:sym typeface="+mn-ea"/>
                        </a:rPr>
                        <a:t>.</a:t>
                      </a:r>
                    </a:p>
                  </a:txBody>
                  <a:tcPr/>
                </a:tc>
                <a:tc>
                  <a:txBody>
                    <a:bodyPr/>
                    <a:lstStyle/>
                    <a:p>
                      <a:pPr>
                        <a:buNone/>
                      </a:pPr>
                      <a:r>
                        <a:rPr lang="en-US" sz="1200" b="0" kern="1200" dirty="0">
                          <a:solidFill>
                            <a:schemeClr val="dk1"/>
                          </a:solidFill>
                          <a:effectLst/>
                          <a:latin typeface="Times New Roman" panose="02020603050405020304" charset="0"/>
                          <a:ea typeface="+mn-ea"/>
                          <a:cs typeface="Times New Roman" panose="02020603050405020304" charset="0"/>
                        </a:rPr>
                        <a:t>Disha Sharma</a:t>
                      </a:r>
                      <a:endParaRPr lang="en-US" sz="1200" b="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Trans stellar</a:t>
                      </a:r>
                      <a:endParaRPr lang="en-US" dirty="0"/>
                    </a:p>
                  </a:txBody>
                  <a:tcPr/>
                </a:tc>
                <a:tc>
                  <a:txBody>
                    <a:bodyPr/>
                    <a:lstStyle/>
                    <a:p>
                      <a:pPr>
                        <a:buNone/>
                      </a:pPr>
                      <a:r>
                        <a:rPr lang="en-US" sz="1200" dirty="0">
                          <a:latin typeface="Times New Roman" panose="02020603050405020304" charset="0"/>
                          <a:cs typeface="Times New Roman" panose="02020603050405020304" charset="0"/>
                        </a:rPr>
                        <a:t>Technology used ML and Bayes net algo.</a:t>
                      </a:r>
                    </a:p>
                  </a:txBody>
                  <a:tcPr/>
                </a:tc>
                <a:tc>
                  <a:txBody>
                    <a:bodyPr/>
                    <a:lstStyle/>
                    <a:p>
                      <a:pPr>
                        <a:buNone/>
                      </a:pPr>
                      <a:r>
                        <a:rPr lang="en-US" sz="1200" dirty="0">
                          <a:latin typeface="Times New Roman" panose="02020603050405020304" charset="0"/>
                          <a:cs typeface="Times New Roman" panose="02020603050405020304" charset="0"/>
                        </a:rPr>
                        <a:t>It shows the accuracy of 77% only</a:t>
                      </a:r>
                    </a:p>
                  </a:txBody>
                  <a:tcPr/>
                </a:tc>
                <a:extLst>
                  <a:ext uri="{0D108BD9-81ED-4DB2-BD59-A6C34878D82A}">
                    <a16:rowId xmlns:a16="http://schemas.microsoft.com/office/drawing/2014/main" val="10001"/>
                  </a:ext>
                </a:extLst>
              </a:tr>
              <a:tr h="633071">
                <a:tc>
                  <a:txBody>
                    <a:bodyPr/>
                    <a:lstStyle/>
                    <a:p>
                      <a:pPr>
                        <a:buNone/>
                      </a:pPr>
                      <a:r>
                        <a:rPr lang="en-IN" altLang="en-US" dirty="0">
                          <a:solidFill>
                            <a:srgbClr val="FF0000"/>
                          </a:solidFill>
                        </a:rPr>
                        <a:t>02</a:t>
                      </a:r>
                    </a:p>
                  </a:txBody>
                  <a:tcPr/>
                </a:tc>
                <a:tc>
                  <a:txBody>
                    <a:bodyPr/>
                    <a:lstStyle/>
                    <a:p>
                      <a:pPr algn="just">
                        <a:buNone/>
                      </a:pPr>
                      <a:r>
                        <a:rPr lang="en-US" sz="1200" dirty="0">
                          <a:latin typeface="Times New Roman" panose="02020603050405020304" charset="0"/>
                          <a:cs typeface="Times New Roman" panose="02020603050405020304" charset="0"/>
                          <a:sym typeface="+mn-ea"/>
                        </a:rPr>
                        <a:t>iCare-Stress: Caring System for Stress</a:t>
                      </a:r>
                      <a:r>
                        <a:rPr lang="en-IN" altLang="en-US" sz="1200" dirty="0">
                          <a:latin typeface="Times New Roman" panose="02020603050405020304" charset="0"/>
                          <a:cs typeface="Times New Roman" panose="02020603050405020304" charset="0"/>
                          <a:sym typeface="+mn-ea"/>
                        </a:rPr>
                        <a:t>.</a:t>
                      </a:r>
                    </a:p>
                  </a:txBody>
                  <a:tcPr/>
                </a:tc>
                <a:tc>
                  <a:txBody>
                    <a:bodyPr/>
                    <a:lstStyle/>
                    <a:p>
                      <a:pPr>
                        <a:buNone/>
                      </a:pPr>
                      <a:r>
                        <a:rPr lang="en-US" sz="1200" kern="1200" dirty="0" err="1">
                          <a:solidFill>
                            <a:schemeClr val="dk1"/>
                          </a:solidFill>
                          <a:effectLst/>
                          <a:latin typeface="Times New Roman" panose="02020603050405020304" charset="0"/>
                          <a:ea typeface="+mn-ea"/>
                          <a:cs typeface="Times New Roman" panose="02020603050405020304" charset="0"/>
                        </a:rPr>
                        <a:t>Jarernsri</a:t>
                      </a:r>
                      <a:r>
                        <a:rPr lang="en-US" sz="1200" kern="1200" dirty="0">
                          <a:solidFill>
                            <a:schemeClr val="dk1"/>
                          </a:solidFill>
                          <a:effectLst/>
                          <a:latin typeface="Times New Roman" panose="02020603050405020304" charset="0"/>
                          <a:ea typeface="+mn-ea"/>
                          <a:cs typeface="Times New Roman" panose="02020603050405020304" charset="0"/>
                        </a:rPr>
                        <a:t> </a:t>
                      </a:r>
                      <a:r>
                        <a:rPr lang="en-US" sz="1200" kern="1200" dirty="0" err="1">
                          <a:solidFill>
                            <a:schemeClr val="dk1"/>
                          </a:solidFill>
                          <a:effectLst/>
                          <a:latin typeface="Times New Roman" panose="02020603050405020304" charset="0"/>
                          <a:ea typeface="+mn-ea"/>
                          <a:cs typeface="Times New Roman" panose="02020603050405020304" charset="0"/>
                        </a:rPr>
                        <a:t>Mitrpanont</a:t>
                      </a:r>
                      <a:r>
                        <a:rPr lang="en-US" sz="1200" kern="1200" dirty="0">
                          <a:solidFill>
                            <a:schemeClr val="dk1"/>
                          </a:solidFill>
                          <a:effectLst/>
                          <a:latin typeface="Times New Roman" panose="02020603050405020304" charset="0"/>
                          <a:ea typeface="+mn-ea"/>
                          <a:cs typeface="Times New Roman" panose="02020603050405020304" charset="0"/>
                        </a:rPr>
                        <a:t>, </a:t>
                      </a:r>
                      <a:r>
                        <a:rPr lang="en-US" sz="1200" kern="1200" dirty="0" err="1">
                          <a:solidFill>
                            <a:schemeClr val="dk1"/>
                          </a:solidFill>
                          <a:effectLst/>
                          <a:latin typeface="Times New Roman" panose="02020603050405020304" charset="0"/>
                          <a:ea typeface="+mn-ea"/>
                          <a:cs typeface="Times New Roman" panose="02020603050405020304" charset="0"/>
                        </a:rPr>
                        <a:t>Jaruwan</a:t>
                      </a:r>
                      <a:r>
                        <a:rPr lang="en-US" sz="1200" kern="1200" dirty="0">
                          <a:solidFill>
                            <a:schemeClr val="dk1"/>
                          </a:solidFill>
                          <a:effectLst/>
                          <a:latin typeface="Times New Roman" panose="02020603050405020304" charset="0"/>
                          <a:ea typeface="+mn-ea"/>
                          <a:cs typeface="Times New Roman" panose="02020603050405020304" charset="0"/>
                        </a:rPr>
                        <a:t> </a:t>
                      </a:r>
                      <a:r>
                        <a:rPr lang="en-US" sz="1200" kern="1200" dirty="0" err="1">
                          <a:solidFill>
                            <a:schemeClr val="dk1"/>
                          </a:solidFill>
                          <a:effectLst/>
                          <a:latin typeface="Times New Roman" panose="02020603050405020304" charset="0"/>
                          <a:ea typeface="+mn-ea"/>
                          <a:cs typeface="Times New Roman" panose="02020603050405020304" charset="0"/>
                        </a:rPr>
                        <a:t>Phandhu-fung</a:t>
                      </a:r>
                      <a:r>
                        <a:rPr lang="en-US" sz="1200" kern="1200" dirty="0">
                          <a:solidFill>
                            <a:schemeClr val="dk1"/>
                          </a:solidFill>
                          <a:effectLst/>
                          <a:latin typeface="Times New Roman" panose="02020603050405020304" charset="0"/>
                          <a:ea typeface="+mn-ea"/>
                          <a:cs typeface="Times New Roman" panose="02020603050405020304" charset="0"/>
                        </a:rPr>
                        <a:t> </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European journal of operational research,</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Technology used </a:t>
                      </a:r>
                      <a:r>
                        <a:rPr lang="en-US" sz="1200" kern="1200" dirty="0">
                          <a:solidFill>
                            <a:schemeClr val="dk1"/>
                          </a:solidFill>
                          <a:effectLst/>
                          <a:latin typeface="Times New Roman" panose="02020603050405020304" charset="0"/>
                          <a:ea typeface="+mn-ea"/>
                          <a:cs typeface="Times New Roman" panose="02020603050405020304" charset="0"/>
                        </a:rPr>
                        <a:t>Emotive Device which defines BCI</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Basic health Questions are a set of only 30 questions only based on health.</a:t>
                      </a:r>
                      <a:endParaRPr lang="en-IN" altLang="en-US" sz="12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2"/>
                  </a:ext>
                </a:extLst>
              </a:tr>
              <a:tr h="552053">
                <a:tc>
                  <a:txBody>
                    <a:bodyPr/>
                    <a:lstStyle/>
                    <a:p>
                      <a:pPr>
                        <a:buNone/>
                      </a:pPr>
                      <a:r>
                        <a:rPr lang="en-IN" altLang="en-US"/>
                        <a:t>03</a:t>
                      </a:r>
                    </a:p>
                  </a:txBody>
                  <a:tcPr/>
                </a:tc>
                <a:tc>
                  <a:txBody>
                    <a:bodyPr/>
                    <a:lstStyle/>
                    <a:p>
                      <a:pPr algn="just">
                        <a:buNone/>
                      </a:pPr>
                      <a:r>
                        <a:rPr lang="en-US" sz="1200" dirty="0">
                          <a:latin typeface="Times New Roman" panose="02020603050405020304" charset="0"/>
                          <a:cs typeface="Times New Roman" panose="02020603050405020304" charset="0"/>
                          <a:sym typeface="+mn-ea"/>
                        </a:rPr>
                        <a:t>Automatic stress detection in working environments from smartphones</a:t>
                      </a:r>
                      <a:r>
                        <a:rPr lang="en-IN" altLang="en-US" sz="1200" dirty="0">
                          <a:latin typeface="Times New Roman" panose="02020603050405020304" charset="0"/>
                          <a:cs typeface="Times New Roman" panose="02020603050405020304" charset="0"/>
                          <a:sym typeface="+mn-ea"/>
                        </a:rPr>
                        <a:t>.</a:t>
                      </a: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Enrique </a:t>
                      </a:r>
                      <a:r>
                        <a:rPr lang="en-US" sz="1200" kern="1200" dirty="0" err="1">
                          <a:solidFill>
                            <a:schemeClr val="dk1"/>
                          </a:solidFill>
                          <a:effectLst/>
                          <a:latin typeface="Times New Roman" panose="02020603050405020304" charset="0"/>
                          <a:ea typeface="+mn-ea"/>
                          <a:cs typeface="Times New Roman" panose="02020603050405020304" charset="0"/>
                        </a:rPr>
                        <a:t>gorcia</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IEEE publications</a:t>
                      </a:r>
                    </a:p>
                  </a:txBody>
                  <a:tcPr/>
                </a:tc>
                <a:tc>
                  <a:txBody>
                    <a:bodyPr/>
                    <a:lstStyle/>
                    <a:p>
                      <a:pPr>
                        <a:buNone/>
                      </a:pPr>
                      <a:r>
                        <a:rPr lang="en-US" sz="1200" dirty="0">
                          <a:latin typeface="Times New Roman" panose="02020603050405020304" charset="0"/>
                          <a:cs typeface="Times New Roman" panose="02020603050405020304" charset="0"/>
                        </a:rPr>
                        <a:t>Technology used naïve </a:t>
                      </a:r>
                      <a:r>
                        <a:rPr lang="en-US" sz="1200" dirty="0" err="1">
                          <a:latin typeface="Times New Roman" panose="02020603050405020304" charset="0"/>
                          <a:cs typeface="Times New Roman" panose="02020603050405020304" charset="0"/>
                        </a:rPr>
                        <a:t>bayes,decision</a:t>
                      </a:r>
                      <a:r>
                        <a:rPr lang="en-US" sz="1200" dirty="0">
                          <a:latin typeface="Times New Roman" panose="02020603050405020304" charset="0"/>
                          <a:cs typeface="Times New Roman" panose="02020603050405020304" charset="0"/>
                        </a:rPr>
                        <a:t> trees.</a:t>
                      </a: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The overall accuracy was found to be 75% </a:t>
                      </a:r>
                      <a:endParaRPr lang="en-IN" altLang="en-US" sz="12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3"/>
                  </a:ext>
                </a:extLst>
              </a:tr>
              <a:tr h="633071">
                <a:tc>
                  <a:txBody>
                    <a:bodyPr/>
                    <a:lstStyle/>
                    <a:p>
                      <a:pPr>
                        <a:buNone/>
                      </a:pPr>
                      <a:r>
                        <a:rPr lang="en-IN" altLang="en-US"/>
                        <a:t>04</a:t>
                      </a:r>
                    </a:p>
                  </a:txBody>
                  <a:tcPr/>
                </a:tc>
                <a:tc>
                  <a:txBody>
                    <a:bodyPr/>
                    <a:lstStyle/>
                    <a:p>
                      <a:pPr algn="just">
                        <a:buNone/>
                      </a:pPr>
                      <a:r>
                        <a:rPr lang="en-US" sz="1200" dirty="0">
                          <a:latin typeface="Times New Roman" panose="02020603050405020304" charset="0"/>
                          <a:cs typeface="Times New Roman" panose="02020603050405020304" charset="0"/>
                          <a:sym typeface="+mn-ea"/>
                        </a:rPr>
                        <a:t>Prediction of mental health problems among children using machine learning techniques</a:t>
                      </a:r>
                      <a:r>
                        <a:rPr lang="en-IN" altLang="en-US" sz="1200" dirty="0">
                          <a:latin typeface="Times New Roman" panose="02020603050405020304" charset="0"/>
                          <a:cs typeface="Times New Roman" panose="02020603050405020304" charset="0"/>
                          <a:sym typeface="+mn-ea"/>
                        </a:rPr>
                        <a:t>.</a:t>
                      </a:r>
                    </a:p>
                  </a:txBody>
                  <a:tcPr/>
                </a:tc>
                <a:tc>
                  <a:txBody>
                    <a:bodyPr/>
                    <a:lstStyle/>
                    <a:p>
                      <a:pPr>
                        <a:buNone/>
                      </a:pPr>
                      <a:r>
                        <a:rPr lang="en-US" sz="1200" kern="1200" dirty="0" err="1">
                          <a:solidFill>
                            <a:schemeClr val="dk1"/>
                          </a:solidFill>
                          <a:effectLst/>
                          <a:latin typeface="Times New Roman" panose="02020603050405020304" charset="0"/>
                          <a:ea typeface="+mn-ea"/>
                          <a:cs typeface="Times New Roman" panose="02020603050405020304" charset="0"/>
                        </a:rPr>
                        <a:t>Dr.B</a:t>
                      </a:r>
                      <a:r>
                        <a:rPr lang="en-US" sz="1200" kern="1200" dirty="0">
                          <a:solidFill>
                            <a:schemeClr val="dk1"/>
                          </a:solidFill>
                          <a:effectLst/>
                          <a:latin typeface="Times New Roman" panose="02020603050405020304" charset="0"/>
                          <a:ea typeface="+mn-ea"/>
                          <a:cs typeface="Times New Roman" panose="02020603050405020304" charset="0"/>
                        </a:rPr>
                        <a:t>. Poorna</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International journal of advanced computer science</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It is used by the </a:t>
                      </a:r>
                      <a:r>
                        <a:rPr lang="en-US" sz="1200" dirty="0" err="1">
                          <a:latin typeface="Times New Roman" panose="02020603050405020304" charset="0"/>
                          <a:cs typeface="Times New Roman" panose="02020603050405020304" charset="0"/>
                        </a:rPr>
                        <a:t>weka</a:t>
                      </a:r>
                      <a:r>
                        <a:rPr lang="en-US" sz="1200" dirty="0">
                          <a:latin typeface="Times New Roman" panose="02020603050405020304" charset="0"/>
                          <a:cs typeface="Times New Roman" panose="02020603050405020304" charset="0"/>
                        </a:rPr>
                        <a:t> tool.</a:t>
                      </a:r>
                      <a:r>
                        <a:rPr lang="en-US" sz="1200" kern="1200" dirty="0">
                          <a:solidFill>
                            <a:schemeClr val="dk1"/>
                          </a:solidFill>
                          <a:effectLst/>
                          <a:latin typeface="Times New Roman" panose="02020603050405020304" charset="0"/>
                          <a:ea typeface="+mn-ea"/>
                          <a:cs typeface="Times New Roman" panose="02020603050405020304" charset="0"/>
                        </a:rPr>
                        <a:t> Formed with 60 instances</a:t>
                      </a:r>
                      <a:endParaRPr lang="en-US" sz="1200" dirty="0">
                        <a:latin typeface="Times New Roman" panose="02020603050405020304" charset="0"/>
                        <a:cs typeface="Times New Roman" panose="02020603050405020304" charset="0"/>
                      </a:endParaRPr>
                    </a:p>
                  </a:txBody>
                  <a:tcPr/>
                </a:tc>
                <a:tc>
                  <a:txBody>
                    <a:bodyPr/>
                    <a:lstStyle/>
                    <a:p>
                      <a:pPr>
                        <a:buNone/>
                      </a:pPr>
                      <a:r>
                        <a:rPr lang="en-IN" altLang="en-US" sz="1200" dirty="0">
                          <a:latin typeface="Times New Roman" panose="02020603050405020304" charset="0"/>
                          <a:cs typeface="Times New Roman" panose="02020603050405020304" charset="0"/>
                        </a:rPr>
                        <a:t>It generates multilayer perceptron.</a:t>
                      </a:r>
                    </a:p>
                  </a:txBody>
                  <a:tcPr/>
                </a:tc>
                <a:extLst>
                  <a:ext uri="{0D108BD9-81ED-4DB2-BD59-A6C34878D82A}">
                    <a16:rowId xmlns:a16="http://schemas.microsoft.com/office/drawing/2014/main" val="10004"/>
                  </a:ext>
                </a:extLst>
              </a:tr>
              <a:tr h="904387">
                <a:tc>
                  <a:txBody>
                    <a:bodyPr/>
                    <a:lstStyle/>
                    <a:p>
                      <a:pPr>
                        <a:buNone/>
                      </a:pPr>
                      <a:r>
                        <a:rPr lang="en-IN" altLang="en-US" dirty="0">
                          <a:solidFill>
                            <a:srgbClr val="FF0000"/>
                          </a:solidFill>
                        </a:rPr>
                        <a:t>05</a:t>
                      </a:r>
                    </a:p>
                  </a:txBody>
                  <a:tcPr/>
                </a:tc>
                <a:tc>
                  <a:txBody>
                    <a:bodyPr/>
                    <a:lstStyle/>
                    <a:p>
                      <a:pPr algn="just">
                        <a:buNone/>
                      </a:pPr>
                      <a:r>
                        <a:rPr lang="en-US" sz="1200" dirty="0">
                          <a:latin typeface="Times New Roman" panose="02020603050405020304" charset="0"/>
                          <a:cs typeface="Times New Roman" panose="02020603050405020304" charset="0"/>
                          <a:sym typeface="+mn-ea"/>
                        </a:rPr>
                        <a:t>How COVID-19 affects mental health </a:t>
                      </a:r>
                      <a:r>
                        <a:rPr lang="en-IN" altLang="en-US" sz="1200" dirty="0">
                          <a:latin typeface="Times New Roman" panose="02020603050405020304" charset="0"/>
                          <a:cs typeface="Times New Roman" panose="02020603050405020304" charset="0"/>
                          <a:sym typeface="+mn-ea"/>
                        </a:rPr>
                        <a:t>o</a:t>
                      </a:r>
                      <a:r>
                        <a:rPr lang="en-US" sz="1200" dirty="0">
                          <a:latin typeface="Times New Roman" panose="02020603050405020304" charset="0"/>
                          <a:cs typeface="Times New Roman" panose="02020603050405020304" charset="0"/>
                          <a:sym typeface="+mn-ea"/>
                        </a:rPr>
                        <a:t>f college students and its countermeasures</a:t>
                      </a:r>
                      <a:r>
                        <a:rPr lang="en-IN" altLang="en-US" sz="1200" dirty="0">
                          <a:latin typeface="Times New Roman" panose="02020603050405020304" charset="0"/>
                          <a:cs typeface="Times New Roman" panose="02020603050405020304" charset="0"/>
                          <a:sym typeface="+mn-ea"/>
                        </a:rPr>
                        <a:t>.</a:t>
                      </a:r>
                    </a:p>
                  </a:txBody>
                  <a:tcPr/>
                </a:tc>
                <a:tc>
                  <a:txBody>
                    <a:bodyPr/>
                    <a:lstStyle/>
                    <a:p>
                      <a:pPr>
                        <a:buNone/>
                      </a:pPr>
                      <a:r>
                        <a:rPr lang="en-US" sz="1200" kern="1200" dirty="0" err="1">
                          <a:solidFill>
                            <a:schemeClr val="dk1"/>
                          </a:solidFill>
                          <a:effectLst/>
                          <a:latin typeface="Times New Roman" panose="02020603050405020304" charset="0"/>
                          <a:ea typeface="+mn-ea"/>
                          <a:cs typeface="Times New Roman" panose="02020603050405020304" charset="0"/>
                        </a:rPr>
                        <a:t>Yanliang</a:t>
                      </a:r>
                      <a:r>
                        <a:rPr lang="en-US" sz="1200" kern="1200" dirty="0">
                          <a:solidFill>
                            <a:schemeClr val="dk1"/>
                          </a:solidFill>
                          <a:effectLst/>
                          <a:latin typeface="Times New Roman" panose="02020603050405020304" charset="0"/>
                          <a:ea typeface="+mn-ea"/>
                          <a:cs typeface="Times New Roman" panose="02020603050405020304" charset="0"/>
                        </a:rPr>
                        <a:t> </a:t>
                      </a:r>
                      <a:r>
                        <a:rPr lang="en-US" sz="1200" kern="1200" dirty="0" err="1">
                          <a:solidFill>
                            <a:schemeClr val="dk1"/>
                          </a:solidFill>
                          <a:effectLst/>
                          <a:latin typeface="Times New Roman" panose="02020603050405020304" charset="0"/>
                          <a:ea typeface="+mn-ea"/>
                          <a:cs typeface="Times New Roman" panose="02020603050405020304" charset="0"/>
                        </a:rPr>
                        <a:t>zhang</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International conference on public health and data science (ICPHDS).</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It generates questionaries with four dimensions</a:t>
                      </a:r>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dk1"/>
                          </a:solidFill>
                          <a:effectLst/>
                          <a:latin typeface="Times New Roman" panose="02020603050405020304" charset="0"/>
                          <a:ea typeface="+mn-ea"/>
                          <a:cs typeface="Times New Roman" panose="02020603050405020304" charset="0"/>
                        </a:rPr>
                        <a:t>They can measure of mental health of a student in a covid pandemic through this project. Doesn’t display any accuracy.</a:t>
                      </a:r>
                      <a:endParaRPr lang="en-IN" sz="1200" kern="1200" dirty="0">
                        <a:solidFill>
                          <a:schemeClr val="dk1"/>
                        </a:solidFill>
                        <a:effectLst/>
                        <a:latin typeface="Times New Roman" panose="02020603050405020304" charset="0"/>
                        <a:ea typeface="+mn-ea"/>
                        <a:cs typeface="Times New Roman" panose="02020603050405020304" charset="0"/>
                      </a:endParaRPr>
                    </a:p>
                    <a:p>
                      <a:pPr>
                        <a:buNone/>
                      </a:pPr>
                      <a:endParaRPr lang="en-IN" altLang="en-US" dirty="0"/>
                    </a:p>
                  </a:txBody>
                  <a:tcPr/>
                </a:tc>
                <a:extLst>
                  <a:ext uri="{0D108BD9-81ED-4DB2-BD59-A6C34878D82A}">
                    <a16:rowId xmlns:a16="http://schemas.microsoft.com/office/drawing/2014/main" val="10005"/>
                  </a:ext>
                </a:extLst>
              </a:tr>
              <a:tr h="633071">
                <a:tc>
                  <a:txBody>
                    <a:bodyPr/>
                    <a:lstStyle/>
                    <a:p>
                      <a:pPr>
                        <a:buNone/>
                      </a:pPr>
                      <a:r>
                        <a:rPr lang="en-IN" altLang="en-US" dirty="0">
                          <a:solidFill>
                            <a:srgbClr val="FF0000"/>
                          </a:solidFill>
                        </a:rPr>
                        <a:t>06</a:t>
                      </a:r>
                    </a:p>
                  </a:txBody>
                  <a:tcPr/>
                </a:tc>
                <a:tc>
                  <a:txBody>
                    <a:bodyPr/>
                    <a:lstStyle/>
                    <a:p>
                      <a:pPr algn="just">
                        <a:buNone/>
                      </a:pPr>
                      <a:r>
                        <a:rPr lang="en-US" sz="1200" dirty="0">
                          <a:latin typeface="Times New Roman" panose="02020603050405020304" charset="0"/>
                          <a:cs typeface="Times New Roman" panose="02020603050405020304" charset="0"/>
                          <a:sym typeface="+mn-ea"/>
                        </a:rPr>
                        <a:t>Personalized Stress Detection from Physiological Measurements</a:t>
                      </a:r>
                      <a:r>
                        <a:rPr lang="en-IN" altLang="en-US" sz="1200" dirty="0">
                          <a:latin typeface="Times New Roman" panose="02020603050405020304" charset="0"/>
                          <a:cs typeface="Times New Roman" panose="02020603050405020304" charset="0"/>
                          <a:sym typeface="+mn-ea"/>
                        </a:rPr>
                        <a:t>.</a:t>
                      </a: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Yuan </a:t>
                      </a:r>
                      <a:r>
                        <a:rPr lang="en-US" sz="1200" kern="1200" dirty="0" err="1">
                          <a:solidFill>
                            <a:schemeClr val="dk1"/>
                          </a:solidFill>
                          <a:effectLst/>
                          <a:latin typeface="Times New Roman" panose="02020603050405020304" charset="0"/>
                          <a:ea typeface="+mn-ea"/>
                          <a:cs typeface="Times New Roman" panose="02020603050405020304" charset="0"/>
                        </a:rPr>
                        <a:t>shi,Minh</a:t>
                      </a:r>
                      <a:r>
                        <a:rPr lang="en-US" sz="1200" kern="1200" dirty="0">
                          <a:solidFill>
                            <a:schemeClr val="dk1"/>
                          </a:solidFill>
                          <a:effectLst/>
                          <a:latin typeface="Times New Roman" panose="02020603050405020304" charset="0"/>
                          <a:ea typeface="+mn-ea"/>
                          <a:cs typeface="Times New Roman" panose="02020603050405020304" charset="0"/>
                        </a:rPr>
                        <a:t> </a:t>
                      </a:r>
                      <a:r>
                        <a:rPr lang="en-US" sz="1200" kern="1200" dirty="0" err="1">
                          <a:solidFill>
                            <a:schemeClr val="dk1"/>
                          </a:solidFill>
                          <a:effectLst/>
                          <a:latin typeface="Times New Roman" panose="02020603050405020304" charset="0"/>
                          <a:ea typeface="+mn-ea"/>
                          <a:cs typeface="Times New Roman" panose="02020603050405020304" charset="0"/>
                        </a:rPr>
                        <a:t>hoai</a:t>
                      </a:r>
                      <a:r>
                        <a:rPr lang="en-US" sz="1200" kern="1200" dirty="0">
                          <a:solidFill>
                            <a:schemeClr val="dk1"/>
                          </a:solidFill>
                          <a:effectLst/>
                          <a:latin typeface="Times New Roman" panose="02020603050405020304" charset="0"/>
                          <a:ea typeface="+mn-ea"/>
                          <a:cs typeface="Times New Roman" panose="02020603050405020304" charset="0"/>
                        </a:rPr>
                        <a:t> Nguyen</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Radboud </a:t>
                      </a:r>
                      <a:r>
                        <a:rPr lang="en-US" sz="1200" kern="1200" dirty="0" err="1">
                          <a:solidFill>
                            <a:schemeClr val="dk1"/>
                          </a:solidFill>
                          <a:effectLst/>
                          <a:latin typeface="Times New Roman" panose="02020603050405020304" charset="0"/>
                          <a:ea typeface="+mn-ea"/>
                          <a:cs typeface="Times New Roman" panose="02020603050405020304" charset="0"/>
                        </a:rPr>
                        <a:t>respository</a:t>
                      </a:r>
                      <a:r>
                        <a:rPr lang="en-US" sz="1200" kern="1200" dirty="0">
                          <a:solidFill>
                            <a:schemeClr val="dk1"/>
                          </a:solidFill>
                          <a:effectLst/>
                          <a:latin typeface="Times New Roman" panose="02020603050405020304" charset="0"/>
                          <a:ea typeface="+mn-ea"/>
                          <a:cs typeface="Times New Roman" panose="02020603050405020304" charset="0"/>
                        </a:rPr>
                        <a:t> university</a:t>
                      </a:r>
                      <a:endParaRPr lang="en-US" sz="1200" dirty="0">
                        <a:latin typeface="Times New Roman" panose="02020603050405020304" charset="0"/>
                        <a:cs typeface="Times New Roman" panose="0202060305040502030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dk1"/>
                          </a:solidFill>
                          <a:effectLst/>
                          <a:latin typeface="Times New Roman" panose="02020603050405020304" charset="0"/>
                          <a:ea typeface="+mn-ea"/>
                          <a:cs typeface="Times New Roman" panose="02020603050405020304" charset="0"/>
                        </a:rPr>
                        <a:t>The concepts which was ECG, GSR, RIP, EMA, RBF kernels.</a:t>
                      </a:r>
                      <a:endParaRPr lang="en-IN" sz="1200" kern="1200" dirty="0">
                        <a:solidFill>
                          <a:schemeClr val="dk1"/>
                        </a:solidFill>
                        <a:effectLst/>
                        <a:latin typeface="Times New Roman" panose="02020603050405020304" charset="0"/>
                        <a:ea typeface="+mn-ea"/>
                        <a:cs typeface="Times New Roman" panose="02020603050405020304" charset="0"/>
                      </a:endParaRPr>
                    </a:p>
                  </a:txBody>
                  <a:tcPr/>
                </a:tc>
                <a:tc>
                  <a:txBody>
                    <a:bodyPr/>
                    <a:lstStyle/>
                    <a:p>
                      <a:pPr>
                        <a:buNone/>
                      </a:pPr>
                      <a:r>
                        <a:rPr lang="en-IN" altLang="en-US" sz="1200" dirty="0">
                          <a:latin typeface="Times New Roman" panose="02020603050405020304" charset="0"/>
                          <a:cs typeface="Times New Roman" panose="02020603050405020304" charset="0"/>
                        </a:rPr>
                        <a:t>It precession over 50%.and now we use manually like a site.</a:t>
                      </a:r>
                    </a:p>
                  </a:txBody>
                  <a:tcPr/>
                </a:tc>
                <a:extLst>
                  <a:ext uri="{0D108BD9-81ED-4DB2-BD59-A6C34878D82A}">
                    <a16:rowId xmlns:a16="http://schemas.microsoft.com/office/drawing/2014/main" val="10006"/>
                  </a:ext>
                </a:extLst>
              </a:tr>
              <a:tr h="665101">
                <a:tc>
                  <a:txBody>
                    <a:bodyPr/>
                    <a:lstStyle/>
                    <a:p>
                      <a:pPr>
                        <a:buNone/>
                      </a:pPr>
                      <a:r>
                        <a:rPr lang="en-IN" altLang="en-US"/>
                        <a:t>07</a:t>
                      </a:r>
                    </a:p>
                  </a:txBody>
                  <a:tcPr/>
                </a:tc>
                <a:tc>
                  <a:txBody>
                    <a:bodyPr/>
                    <a:lstStyle/>
                    <a:p>
                      <a:pPr algn="just">
                        <a:buNone/>
                      </a:pPr>
                      <a:r>
                        <a:rPr lang="en-US" sz="1200">
                          <a:latin typeface="Times New Roman" panose="02020603050405020304" charset="0"/>
                          <a:cs typeface="Times New Roman" panose="02020603050405020304" charset="0"/>
                          <a:sym typeface="+mn-ea"/>
                        </a:rPr>
                        <a:t>Detecting work stress in offices by combining unobtrusive sensors</a:t>
                      </a:r>
                      <a:r>
                        <a:rPr lang="en-IN" altLang="en-US" sz="1200">
                          <a:latin typeface="Times New Roman" panose="02020603050405020304" charset="0"/>
                          <a:cs typeface="Times New Roman" panose="02020603050405020304" charset="0"/>
                          <a:sym typeface="+mn-ea"/>
                        </a:rPr>
                        <a:t>.</a:t>
                      </a:r>
                    </a:p>
                    <a:p>
                      <a:pPr algn="just">
                        <a:buNone/>
                      </a:pPr>
                      <a:endParaRPr lang="en-IN" altLang="en-US" sz="1200">
                        <a:latin typeface="Times New Roman" panose="02020603050405020304" charset="0"/>
                        <a:cs typeface="Times New Roman" panose="02020603050405020304" charset="0"/>
                        <a:sym typeface="+mn-ea"/>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Saskia </a:t>
                      </a:r>
                      <a:r>
                        <a:rPr lang="en-US" sz="1200" kern="1200" dirty="0" err="1">
                          <a:solidFill>
                            <a:schemeClr val="dk1"/>
                          </a:solidFill>
                          <a:effectLst/>
                          <a:latin typeface="Times New Roman" panose="02020603050405020304" charset="0"/>
                          <a:ea typeface="+mn-ea"/>
                          <a:cs typeface="Times New Roman" panose="02020603050405020304" charset="0"/>
                        </a:rPr>
                        <a:t>Koldijk</a:t>
                      </a:r>
                      <a:r>
                        <a:rPr lang="en-US" sz="1200" kern="1200" dirty="0">
                          <a:solidFill>
                            <a:schemeClr val="dk1"/>
                          </a:solidFill>
                          <a:effectLst/>
                          <a:latin typeface="Times New Roman" panose="02020603050405020304" charset="0"/>
                          <a:ea typeface="+mn-ea"/>
                          <a:cs typeface="Times New Roman" panose="02020603050405020304" charset="0"/>
                        </a:rPr>
                        <a:t>, Mark A</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IEEE  publications</a:t>
                      </a: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The Employees often record their experience of stress at work</a:t>
                      </a:r>
                      <a:r>
                        <a:rPr lang="en-US" sz="1800" kern="1200" dirty="0">
                          <a:solidFill>
                            <a:schemeClr val="dk1"/>
                          </a:solidFill>
                          <a:effectLst/>
                          <a:latin typeface="+mn-lt"/>
                          <a:ea typeface="+mn-ea"/>
                          <a:cs typeface="+mn-cs"/>
                        </a:rPr>
                        <a:t>.</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dk1"/>
                          </a:solidFill>
                          <a:effectLst/>
                          <a:latin typeface="Times New Roman" panose="02020603050405020304" charset="0"/>
                          <a:ea typeface="+mn-ea"/>
                          <a:cs typeface="Times New Roman" panose="02020603050405020304" charset="0"/>
                        </a:rPr>
                        <a:t>The final performance of Accuracy is 0.8416 which has been reached.</a:t>
                      </a:r>
                      <a:endParaRPr lang="en-IN" sz="1200" kern="1200" dirty="0">
                        <a:solidFill>
                          <a:schemeClr val="dk1"/>
                        </a:solidFill>
                        <a:effectLst/>
                        <a:latin typeface="Times New Roman" panose="02020603050405020304" charset="0"/>
                        <a:ea typeface="+mn-ea"/>
                        <a:cs typeface="Times New Roman" panose="02020603050405020304" charset="0"/>
                      </a:endParaRPr>
                    </a:p>
                    <a:p>
                      <a:pPr>
                        <a:buNone/>
                      </a:pPr>
                      <a:endParaRPr lang="en-IN" altLang="en-US"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025" y="702310"/>
            <a:ext cx="11029315" cy="570309"/>
          </a:xfrm>
        </p:spPr>
        <p:txBody>
          <a:bodyPr>
            <a:normAutofit fontScale="90000"/>
          </a:bodyPr>
          <a:lstStyle/>
          <a:p>
            <a:r>
              <a:rPr lang="en-IN" sz="3200" b="1" dirty="0">
                <a:latin typeface="Times New Roman" panose="02020603050405020304" charset="0"/>
                <a:cs typeface="Times New Roman" panose="02020603050405020304" charset="0"/>
                <a:sym typeface="+mn-ea"/>
              </a:rPr>
              <a:t>DETAILED ANALYSIS OF LITERATURE REVIEW</a:t>
            </a:r>
            <a:endParaRPr lang="en-US"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80667297"/>
              </p:ext>
            </p:extLst>
          </p:nvPr>
        </p:nvGraphicFramePr>
        <p:xfrm>
          <a:off x="581024" y="1272619"/>
          <a:ext cx="11029315" cy="5303520"/>
        </p:xfrm>
        <a:graphic>
          <a:graphicData uri="http://schemas.openxmlformats.org/drawingml/2006/table">
            <a:tbl>
              <a:tblPr firstRow="1" bandRow="1">
                <a:tableStyleId>{5C22544A-7EE6-4342-B048-85BDC9FD1C3A}</a:tableStyleId>
              </a:tblPr>
              <a:tblGrid>
                <a:gridCol w="815975">
                  <a:extLst>
                    <a:ext uri="{9D8B030D-6E8A-4147-A177-3AD203B41FA5}">
                      <a16:colId xmlns:a16="http://schemas.microsoft.com/office/drawing/2014/main" val="20000"/>
                    </a:ext>
                  </a:extLst>
                </a:gridCol>
                <a:gridCol w="2906395">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535430">
                  <a:extLst>
                    <a:ext uri="{9D8B030D-6E8A-4147-A177-3AD203B41FA5}">
                      <a16:colId xmlns:a16="http://schemas.microsoft.com/office/drawing/2014/main" val="20003"/>
                    </a:ext>
                  </a:extLst>
                </a:gridCol>
                <a:gridCol w="1644650">
                  <a:extLst>
                    <a:ext uri="{9D8B030D-6E8A-4147-A177-3AD203B41FA5}">
                      <a16:colId xmlns:a16="http://schemas.microsoft.com/office/drawing/2014/main" val="20004"/>
                    </a:ext>
                  </a:extLst>
                </a:gridCol>
                <a:gridCol w="2539365">
                  <a:extLst>
                    <a:ext uri="{9D8B030D-6E8A-4147-A177-3AD203B41FA5}">
                      <a16:colId xmlns:a16="http://schemas.microsoft.com/office/drawing/2014/main" val="20005"/>
                    </a:ext>
                  </a:extLst>
                </a:gridCol>
              </a:tblGrid>
              <a:tr h="469563">
                <a:tc>
                  <a:txBody>
                    <a:bodyPr/>
                    <a:lstStyle/>
                    <a:p>
                      <a:pPr>
                        <a:buNone/>
                      </a:pPr>
                      <a:r>
                        <a:rPr lang="en-US" sz="1800" dirty="0">
                          <a:sym typeface="+mn-ea"/>
                        </a:rPr>
                        <a:t>Sl. No</a:t>
                      </a:r>
                      <a:endParaRPr lang="en-IN" sz="1800" dirty="0"/>
                    </a:p>
                    <a:p>
                      <a:pPr>
                        <a:buNone/>
                      </a:pPr>
                      <a:endParaRPr lang="en-US"/>
                    </a:p>
                  </a:txBody>
                  <a:tcPr/>
                </a:tc>
                <a:tc>
                  <a:txBody>
                    <a:bodyPr/>
                    <a:lstStyle/>
                    <a:p>
                      <a:pPr>
                        <a:buNone/>
                      </a:pPr>
                      <a:r>
                        <a:rPr lang="en-US" sz="1800" dirty="0">
                          <a:sym typeface="+mn-ea"/>
                        </a:rPr>
                        <a:t>Title of the Journal</a:t>
                      </a:r>
                      <a:endParaRPr lang="en-IN" sz="1800" dirty="0"/>
                    </a:p>
                    <a:p>
                      <a:pPr>
                        <a:buNone/>
                      </a:pPr>
                      <a:endParaRPr lang="en-US"/>
                    </a:p>
                  </a:txBody>
                  <a:tcPr/>
                </a:tc>
                <a:tc>
                  <a:txBody>
                    <a:bodyPr/>
                    <a:lstStyle/>
                    <a:p>
                      <a:pPr>
                        <a:buNone/>
                      </a:pPr>
                      <a:r>
                        <a:rPr lang="en-US" sz="1800" dirty="0">
                          <a:sym typeface="+mn-ea"/>
                        </a:rPr>
                        <a:t>Authors</a:t>
                      </a:r>
                      <a:endParaRPr lang="en-IN" sz="1800" dirty="0"/>
                    </a:p>
                    <a:p>
                      <a:pPr>
                        <a:buNone/>
                      </a:pPr>
                      <a:endParaRPr lang="en-US" dirty="0"/>
                    </a:p>
                  </a:txBody>
                  <a:tcPr/>
                </a:tc>
                <a:tc>
                  <a:txBody>
                    <a:bodyPr/>
                    <a:lstStyle/>
                    <a:p>
                      <a:pPr>
                        <a:buNone/>
                      </a:pPr>
                      <a:r>
                        <a:rPr lang="en-US" sz="1800" dirty="0">
                          <a:sym typeface="+mn-ea"/>
                        </a:rPr>
                        <a:t>Publisher</a:t>
                      </a:r>
                      <a:endParaRPr lang="en-IN" sz="1800" dirty="0"/>
                    </a:p>
                    <a:p>
                      <a:pPr>
                        <a:buNone/>
                      </a:pPr>
                      <a:endParaRPr lang="en-US"/>
                    </a:p>
                  </a:txBody>
                  <a:tcPr/>
                </a:tc>
                <a:tc>
                  <a:txBody>
                    <a:bodyPr/>
                    <a:lstStyle/>
                    <a:p>
                      <a:pPr>
                        <a:buNone/>
                      </a:pPr>
                      <a:r>
                        <a:rPr lang="en-US" sz="1800" dirty="0">
                          <a:sym typeface="+mn-ea"/>
                        </a:rPr>
                        <a:t>Summary</a:t>
                      </a:r>
                      <a:endParaRPr lang="en-IN" sz="1800" dirty="0"/>
                    </a:p>
                    <a:p>
                      <a:pPr>
                        <a:buNone/>
                      </a:pPr>
                      <a:endParaRPr lang="en-US"/>
                    </a:p>
                  </a:txBody>
                  <a:tcPr/>
                </a:tc>
                <a:tc>
                  <a:txBody>
                    <a:bodyPr/>
                    <a:lstStyle/>
                    <a:p>
                      <a:pPr>
                        <a:buNone/>
                      </a:pPr>
                      <a:r>
                        <a:rPr lang="en-US" sz="1800" dirty="0">
                          <a:sym typeface="+mn-ea"/>
                        </a:rPr>
                        <a:t>Drawbacks</a:t>
                      </a:r>
                      <a:endParaRPr lang="en-IN" sz="1800" dirty="0"/>
                    </a:p>
                    <a:p>
                      <a:pPr>
                        <a:buNone/>
                      </a:pPr>
                      <a:endParaRPr lang="en-US"/>
                    </a:p>
                  </a:txBody>
                  <a:tcPr/>
                </a:tc>
                <a:extLst>
                  <a:ext uri="{0D108BD9-81ED-4DB2-BD59-A6C34878D82A}">
                    <a16:rowId xmlns:a16="http://schemas.microsoft.com/office/drawing/2014/main" val="10000"/>
                  </a:ext>
                </a:extLst>
              </a:tr>
              <a:tr h="589387">
                <a:tc>
                  <a:txBody>
                    <a:bodyPr/>
                    <a:lstStyle/>
                    <a:p>
                      <a:pPr>
                        <a:buNone/>
                      </a:pPr>
                      <a:r>
                        <a:rPr lang="en-IN" altLang="en-US"/>
                        <a:t>08</a:t>
                      </a:r>
                    </a:p>
                  </a:txBody>
                  <a:tcPr/>
                </a:tc>
                <a:tc>
                  <a:txBody>
                    <a:bodyPr/>
                    <a:lstStyle/>
                    <a:p>
                      <a:pPr algn="just">
                        <a:buNone/>
                      </a:pPr>
                      <a:r>
                        <a:rPr lang="en-US" sz="1200" dirty="0">
                          <a:latin typeface="Times New Roman" panose="02020603050405020304" charset="0"/>
                          <a:cs typeface="Times New Roman" panose="02020603050405020304" charset="0"/>
                          <a:sym typeface="+mn-ea"/>
                        </a:rPr>
                        <a:t>Psychological Distress and Health-Related Quality of Life in Public Sector Personnel</a:t>
                      </a:r>
                      <a:r>
                        <a:rPr lang="en-IN" altLang="en-US" sz="1200" dirty="0">
                          <a:latin typeface="Times New Roman" panose="02020603050405020304" charset="0"/>
                          <a:cs typeface="Times New Roman" panose="02020603050405020304" charset="0"/>
                          <a:sym typeface="+mn-ea"/>
                        </a:rPr>
                        <a:t>.</a:t>
                      </a: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Christina S. </a:t>
                      </a:r>
                      <a:r>
                        <a:rPr lang="en-US" sz="1200" kern="1200" dirty="0" err="1">
                          <a:solidFill>
                            <a:schemeClr val="dk1"/>
                          </a:solidFill>
                          <a:effectLst/>
                          <a:latin typeface="Times New Roman" panose="02020603050405020304" charset="0"/>
                          <a:ea typeface="+mn-ea"/>
                          <a:cs typeface="Times New Roman" panose="02020603050405020304" charset="0"/>
                        </a:rPr>
                        <a:t>Malfa</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Environment research and public health</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The health-related quality of life and psychological stress </a:t>
                      </a:r>
                      <a:endParaRPr lang="en-US" sz="1200" dirty="0">
                        <a:latin typeface="Times New Roman" panose="02020603050405020304" charset="0"/>
                        <a:cs typeface="Times New Roman" panose="0202060305040502030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dirty="0">
                          <a:latin typeface="Times New Roman" panose="02020603050405020304" charset="0"/>
                          <a:cs typeface="Times New Roman" panose="02020603050405020304" charset="0"/>
                        </a:rPr>
                        <a:t>It shows the accuracy of 67% only</a:t>
                      </a:r>
                    </a:p>
                    <a:p>
                      <a:pPr>
                        <a:buNone/>
                      </a:pPr>
                      <a:endParaRPr lang="en-US" dirty="0"/>
                    </a:p>
                  </a:txBody>
                  <a:tcPr/>
                </a:tc>
                <a:extLst>
                  <a:ext uri="{0D108BD9-81ED-4DB2-BD59-A6C34878D82A}">
                    <a16:rowId xmlns:a16="http://schemas.microsoft.com/office/drawing/2014/main" val="10001"/>
                  </a:ext>
                </a:extLst>
              </a:tr>
              <a:tr h="589387">
                <a:tc>
                  <a:txBody>
                    <a:bodyPr/>
                    <a:lstStyle/>
                    <a:p>
                      <a:pPr>
                        <a:buNone/>
                      </a:pPr>
                      <a:r>
                        <a:rPr lang="en-IN" altLang="en-US"/>
                        <a:t>09</a:t>
                      </a:r>
                    </a:p>
                  </a:txBody>
                  <a:tcPr/>
                </a:tc>
                <a:tc>
                  <a:txBody>
                    <a:bodyPr/>
                    <a:lstStyle/>
                    <a:p>
                      <a:pPr algn="just">
                        <a:buNone/>
                      </a:pPr>
                      <a:r>
                        <a:rPr lang="en-US" sz="1200">
                          <a:latin typeface="Times New Roman" panose="02020603050405020304" charset="0"/>
                          <a:cs typeface="Times New Roman" panose="02020603050405020304" charset="0"/>
                          <a:sym typeface="+mn-ea"/>
                        </a:rPr>
                        <a:t>Detection of Stress Levels in Students using Social Media Feed</a:t>
                      </a:r>
                      <a:r>
                        <a:rPr lang="en-IN" altLang="en-US" sz="1200">
                          <a:latin typeface="Times New Roman" panose="02020603050405020304" charset="0"/>
                          <a:cs typeface="Times New Roman" panose="02020603050405020304" charset="0"/>
                          <a:sym typeface="+mn-ea"/>
                        </a:rPr>
                        <a:t>.</a:t>
                      </a:r>
                    </a:p>
                  </a:txBody>
                  <a:tcPr/>
                </a:tc>
                <a:tc>
                  <a:txBody>
                    <a:bodyPr/>
                    <a:lstStyle/>
                    <a:p>
                      <a:pPr>
                        <a:buNone/>
                      </a:pPr>
                      <a:r>
                        <a:rPr lang="en-US" sz="1200" kern="1200" dirty="0" err="1">
                          <a:solidFill>
                            <a:schemeClr val="dk1"/>
                          </a:solidFill>
                          <a:effectLst/>
                          <a:latin typeface="Times New Roman" panose="02020603050405020304" charset="0"/>
                          <a:ea typeface="+mn-ea"/>
                          <a:cs typeface="Times New Roman" panose="02020603050405020304" charset="0"/>
                        </a:rPr>
                        <a:t>Simhadri</a:t>
                      </a:r>
                      <a:r>
                        <a:rPr lang="en-US" sz="1200" kern="1200" dirty="0">
                          <a:solidFill>
                            <a:schemeClr val="dk1"/>
                          </a:solidFill>
                          <a:effectLst/>
                          <a:latin typeface="Times New Roman" panose="02020603050405020304" charset="0"/>
                          <a:ea typeface="+mn-ea"/>
                          <a:cs typeface="Times New Roman" panose="02020603050405020304" charset="0"/>
                        </a:rPr>
                        <a:t> Naga Mounika</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IEEE Publications</a:t>
                      </a: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Deep learning concepts those are CNN, RNN, DNN algorithms.</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The highest accuracy is 81.6 for RNN and for CNN is 69.8.</a:t>
                      </a:r>
                      <a:endParaRPr lang="en-US" sz="12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2"/>
                  </a:ext>
                </a:extLst>
              </a:tr>
              <a:tr h="589387">
                <a:tc>
                  <a:txBody>
                    <a:bodyPr/>
                    <a:lstStyle/>
                    <a:p>
                      <a:pPr>
                        <a:buNone/>
                      </a:pPr>
                      <a:r>
                        <a:rPr lang="en-IN" altLang="en-US"/>
                        <a:t>10</a:t>
                      </a:r>
                    </a:p>
                  </a:txBody>
                  <a:tcPr/>
                </a:tc>
                <a:tc>
                  <a:txBody>
                    <a:bodyPr/>
                    <a:lstStyle/>
                    <a:p>
                      <a:pPr algn="l">
                        <a:buNone/>
                      </a:pPr>
                      <a:r>
                        <a:rPr lang="en-US" sz="1200" dirty="0">
                          <a:latin typeface="Times New Roman" panose="02020603050405020304" charset="0"/>
                          <a:cs typeface="Times New Roman" panose="02020603050405020304" charset="0"/>
                          <a:sym typeface="+mn-ea"/>
                        </a:rPr>
                        <a:t>Stress Detection with Machine Learning and Deep Learning  using Multimodal Physiological Data </a:t>
                      </a:r>
                      <a:endParaRPr lang="en-IN" altLang="en-US" sz="1200" dirty="0">
                        <a:latin typeface="Times New Roman" panose="02020603050405020304" charset="0"/>
                        <a:cs typeface="Times New Roman" panose="02020603050405020304" charset="0"/>
                        <a:sym typeface="+mn-ea"/>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Pramod </a:t>
                      </a:r>
                      <a:r>
                        <a:rPr lang="en-US" sz="1200" kern="1200" dirty="0" err="1">
                          <a:solidFill>
                            <a:schemeClr val="dk1"/>
                          </a:solidFill>
                          <a:effectLst/>
                          <a:latin typeface="Times New Roman" panose="02020603050405020304" charset="0"/>
                          <a:ea typeface="+mn-ea"/>
                          <a:cs typeface="Times New Roman" panose="02020603050405020304" charset="0"/>
                        </a:rPr>
                        <a:t>Bobade</a:t>
                      </a:r>
                      <a:endParaRPr lang="en-US" sz="1200" dirty="0">
                        <a:latin typeface="Times New Roman" panose="02020603050405020304" charset="0"/>
                        <a:cs typeface="Times New Roman" panose="0202060305040502030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dirty="0">
                          <a:latin typeface="Times New Roman" panose="02020603050405020304" charset="0"/>
                          <a:cs typeface="Times New Roman" panose="02020603050405020304" charset="0"/>
                        </a:rPr>
                        <a:t>IEEE Publications</a:t>
                      </a:r>
                    </a:p>
                    <a:p>
                      <a:pPr>
                        <a:buNone/>
                      </a:pPr>
                      <a:endParaRPr lang="en-US" dirty="0"/>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amusement, baseline, and stress using Dl and ml.</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Deep learning yielded accuracies up to 84.32 % and 95.21 %,</a:t>
                      </a:r>
                      <a:endParaRPr lang="en-US" sz="12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3"/>
                  </a:ext>
                </a:extLst>
              </a:tr>
              <a:tr h="589387">
                <a:tc>
                  <a:txBody>
                    <a:bodyPr/>
                    <a:lstStyle/>
                    <a:p>
                      <a:pPr>
                        <a:buNone/>
                      </a:pPr>
                      <a:r>
                        <a:rPr lang="en-IN" altLang="en-US" dirty="0"/>
                        <a:t>11</a:t>
                      </a:r>
                    </a:p>
                  </a:txBody>
                  <a:tcPr/>
                </a:tc>
                <a:tc>
                  <a:txBody>
                    <a:bodyPr/>
                    <a:lstStyle/>
                    <a:p>
                      <a:pPr>
                        <a:buNone/>
                      </a:pPr>
                      <a:r>
                        <a:rPr lang="en-US" sz="1200" dirty="0">
                          <a:latin typeface="Times New Roman" panose="02020603050405020304" charset="0"/>
                          <a:cs typeface="Times New Roman" panose="02020603050405020304" charset="0"/>
                        </a:rPr>
                        <a:t>Stress tree: A Metaphorical visualization for Biofeedback.</a:t>
                      </a:r>
                    </a:p>
                  </a:txBody>
                  <a:tcPr/>
                </a:tc>
                <a:tc>
                  <a:txBody>
                    <a:bodyPr/>
                    <a:lstStyle/>
                    <a:p>
                      <a:pPr>
                        <a:buNone/>
                      </a:pPr>
                      <a:r>
                        <a:rPr lang="en-US" sz="1200" dirty="0">
                          <a:latin typeface="Times New Roman" panose="02020603050405020304" charset="0"/>
                          <a:cs typeface="Times New Roman" panose="02020603050405020304" charset="0"/>
                        </a:rPr>
                        <a:t>Bin Yu</a:t>
                      </a:r>
                    </a:p>
                  </a:txBody>
                  <a:tcPr/>
                </a:tc>
                <a:tc>
                  <a:txBody>
                    <a:bodyPr/>
                    <a:lstStyle/>
                    <a:p>
                      <a:pPr>
                        <a:buNone/>
                      </a:pPr>
                      <a:r>
                        <a:rPr lang="en-US" sz="1200" dirty="0">
                          <a:latin typeface="Times New Roman" panose="02020603050405020304" charset="0"/>
                          <a:cs typeface="Times New Roman" panose="02020603050405020304" charset="0"/>
                        </a:rPr>
                        <a:t>DIS</a:t>
                      </a:r>
                    </a:p>
                  </a:txBody>
                  <a:tcPr/>
                </a:tc>
                <a:tc>
                  <a:txBody>
                    <a:bodyPr/>
                    <a:lstStyle/>
                    <a:p>
                      <a:pPr>
                        <a:buNone/>
                      </a:pPr>
                      <a:r>
                        <a:rPr lang="en-US" sz="1200" kern="1200" dirty="0">
                          <a:solidFill>
                            <a:schemeClr val="dk1"/>
                          </a:solidFill>
                          <a:effectLst/>
                          <a:latin typeface="Times New Roman" panose="02020603050405020304" charset="0"/>
                          <a:ea typeface="+mn-ea"/>
                          <a:cs typeface="Times New Roman" panose="02020603050405020304" charset="0"/>
                        </a:rPr>
                        <a:t>used </a:t>
                      </a:r>
                      <a:r>
                        <a:rPr lang="en-US" sz="1200" kern="1200" dirty="0" err="1">
                          <a:solidFill>
                            <a:schemeClr val="dk1"/>
                          </a:solidFill>
                          <a:effectLst/>
                          <a:latin typeface="Times New Roman" panose="02020603050405020304" charset="0"/>
                          <a:ea typeface="+mn-ea"/>
                          <a:cs typeface="Times New Roman" panose="02020603050405020304" charset="0"/>
                        </a:rPr>
                        <a:t>spss</a:t>
                      </a:r>
                      <a:r>
                        <a:rPr lang="en-US" sz="1200" kern="1200" dirty="0">
                          <a:solidFill>
                            <a:schemeClr val="dk1"/>
                          </a:solidFill>
                          <a:effectLst/>
                          <a:latin typeface="Times New Roman" panose="02020603050405020304" charset="0"/>
                          <a:ea typeface="+mn-ea"/>
                          <a:cs typeface="Times New Roman" panose="02020603050405020304" charset="0"/>
                        </a:rPr>
                        <a:t> statistics 25.0 software for calculating accuracy.</a:t>
                      </a:r>
                      <a:endParaRPr lang="en-US" sz="1200" dirty="0">
                        <a:latin typeface="Times New Roman" panose="02020603050405020304" charset="0"/>
                        <a:cs typeface="Times New Roman" panose="0202060305040502030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dirty="0">
                          <a:latin typeface="Times New Roman" panose="02020603050405020304" charset="0"/>
                          <a:cs typeface="Times New Roman" panose="02020603050405020304" charset="0"/>
                        </a:rPr>
                        <a:t>It shows the accuracy of 77.09% only</a:t>
                      </a:r>
                    </a:p>
                    <a:p>
                      <a:pPr>
                        <a:buNone/>
                      </a:pPr>
                      <a:endParaRPr lang="en-US" dirty="0"/>
                    </a:p>
                  </a:txBody>
                  <a:tcPr/>
                </a:tc>
                <a:extLst>
                  <a:ext uri="{0D108BD9-81ED-4DB2-BD59-A6C34878D82A}">
                    <a16:rowId xmlns:a16="http://schemas.microsoft.com/office/drawing/2014/main" val="10004"/>
                  </a:ext>
                </a:extLst>
              </a:tr>
              <a:tr h="505189">
                <a:tc>
                  <a:txBody>
                    <a:bodyPr/>
                    <a:lstStyle/>
                    <a:p>
                      <a:pPr>
                        <a:buNone/>
                      </a:pPr>
                      <a:r>
                        <a:rPr lang="en-IN" altLang="en-US" dirty="0">
                          <a:solidFill>
                            <a:srgbClr val="FF0000"/>
                          </a:solidFill>
                        </a:rPr>
                        <a:t>12</a:t>
                      </a:r>
                    </a:p>
                  </a:txBody>
                  <a:tcPr/>
                </a:tc>
                <a:tc>
                  <a:txBody>
                    <a:bodyPr/>
                    <a:lstStyle/>
                    <a:p>
                      <a:pPr>
                        <a:buNone/>
                      </a:pPr>
                      <a:r>
                        <a:rPr lang="en-US" sz="1200" dirty="0">
                          <a:latin typeface="Times New Roman" panose="02020603050405020304" charset="0"/>
                          <a:cs typeface="Times New Roman" panose="02020603050405020304" charset="0"/>
                        </a:rPr>
                        <a:t>A Study of Automatic Stress Tracking Technology</a:t>
                      </a:r>
                      <a:r>
                        <a:rPr lang="en-US" dirty="0"/>
                        <a:t>.</a:t>
                      </a:r>
                    </a:p>
                  </a:txBody>
                  <a:tcPr/>
                </a:tc>
                <a:tc>
                  <a:txBody>
                    <a:bodyPr/>
                    <a:lstStyle/>
                    <a:p>
                      <a:pPr>
                        <a:buNone/>
                      </a:pPr>
                      <a:r>
                        <a:rPr lang="en-US" sz="1200" dirty="0" err="1">
                          <a:latin typeface="Times New Roman" panose="02020603050405020304" charset="0"/>
                          <a:cs typeface="Times New Roman" panose="02020603050405020304" charset="0"/>
                        </a:rPr>
                        <a:t>Shuhan</a:t>
                      </a:r>
                      <a:r>
                        <a:rPr lang="en-US" sz="1200" dirty="0">
                          <a:latin typeface="Times New Roman" panose="02020603050405020304" charset="0"/>
                          <a:cs typeface="Times New Roman" panose="02020603050405020304" charset="0"/>
                        </a:rPr>
                        <a:t> </a:t>
                      </a:r>
                      <a:r>
                        <a:rPr lang="en-US" sz="1200" dirty="0" err="1">
                          <a:latin typeface="Times New Roman" panose="02020603050405020304" charset="0"/>
                          <a:cs typeface="Times New Roman" panose="02020603050405020304" charset="0"/>
                        </a:rPr>
                        <a:t>wei</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ICST</a:t>
                      </a:r>
                    </a:p>
                  </a:txBody>
                  <a:tcPr/>
                </a:tc>
                <a:tc>
                  <a:txBody>
                    <a:bodyPr/>
                    <a:lstStyle/>
                    <a:p>
                      <a:pPr>
                        <a:buNone/>
                      </a:pPr>
                      <a:r>
                        <a:rPr lang="en-US" sz="1200" dirty="0">
                          <a:latin typeface="Times New Roman" panose="02020603050405020304" charset="0"/>
                          <a:cs typeface="Times New Roman" panose="02020603050405020304" charset="0"/>
                        </a:rPr>
                        <a:t>Self tracking practices.</a:t>
                      </a:r>
                    </a:p>
                    <a:p>
                      <a:pPr>
                        <a:buNone/>
                      </a:pPr>
                      <a:r>
                        <a:rPr lang="en-US" sz="1200" dirty="0">
                          <a:latin typeface="Times New Roman" panose="02020603050405020304" charset="0"/>
                          <a:cs typeface="Times New Roman" panose="02020603050405020304" charset="0"/>
                        </a:rPr>
                        <a:t>Like digital watches.</a:t>
                      </a:r>
                    </a:p>
                  </a:txBody>
                  <a:tcPr/>
                </a:tc>
                <a:tc>
                  <a:txBody>
                    <a:bodyPr/>
                    <a:lstStyle/>
                    <a:p>
                      <a:pPr>
                        <a:buNone/>
                      </a:pPr>
                      <a:r>
                        <a:rPr lang="en-US" sz="1200" dirty="0">
                          <a:latin typeface="Times New Roman" panose="02020603050405020304" charset="0"/>
                          <a:cs typeface="Times New Roman" panose="02020603050405020304" charset="0"/>
                        </a:rPr>
                        <a:t>Digital prediction not shows accurate.</a:t>
                      </a:r>
                    </a:p>
                  </a:txBody>
                  <a:tcPr/>
                </a:tc>
                <a:extLst>
                  <a:ext uri="{0D108BD9-81ED-4DB2-BD59-A6C34878D82A}">
                    <a16:rowId xmlns:a16="http://schemas.microsoft.com/office/drawing/2014/main" val="10005"/>
                  </a:ext>
                </a:extLst>
              </a:tr>
              <a:tr h="589387">
                <a:tc>
                  <a:txBody>
                    <a:bodyPr/>
                    <a:lstStyle/>
                    <a:p>
                      <a:pPr>
                        <a:buNone/>
                      </a:pPr>
                      <a:r>
                        <a:rPr lang="en-IN" altLang="en-US" dirty="0">
                          <a:solidFill>
                            <a:schemeClr val="tx1"/>
                          </a:solidFill>
                        </a:rPr>
                        <a:t>13</a:t>
                      </a:r>
                    </a:p>
                  </a:txBody>
                  <a:tcPr/>
                </a:tc>
                <a:tc>
                  <a:txBody>
                    <a:bodyPr/>
                    <a:lstStyle/>
                    <a:p>
                      <a:pPr>
                        <a:buNone/>
                      </a:pPr>
                      <a:r>
                        <a:rPr lang="en-US" sz="1200" dirty="0">
                          <a:latin typeface="Times New Roman" panose="02020603050405020304" charset="0"/>
                          <a:cs typeface="Times New Roman" panose="02020603050405020304" charset="0"/>
                        </a:rPr>
                        <a:t>Less sensing for Affective computing and stress management technology</a:t>
                      </a:r>
                    </a:p>
                  </a:txBody>
                  <a:tcPr/>
                </a:tc>
                <a:tc>
                  <a:txBody>
                    <a:bodyPr/>
                    <a:lstStyle/>
                    <a:p>
                      <a:pPr>
                        <a:buNone/>
                      </a:pPr>
                      <a:r>
                        <a:rPr lang="en-US" sz="1200" dirty="0">
                          <a:latin typeface="Times New Roman" panose="02020603050405020304" charset="0"/>
                          <a:cs typeface="Times New Roman" panose="02020603050405020304" charset="0"/>
                        </a:rPr>
                        <a:t>David Sun</a:t>
                      </a:r>
                    </a:p>
                  </a:txBody>
                  <a:tcPr/>
                </a:tc>
                <a:tc>
                  <a:txBody>
                    <a:bodyPr/>
                    <a:lstStyle/>
                    <a:p>
                      <a:pPr>
                        <a:buNone/>
                      </a:pPr>
                      <a:r>
                        <a:rPr lang="en-US" sz="1200" dirty="0">
                          <a:latin typeface="Times New Roman" panose="02020603050405020304" charset="0"/>
                          <a:cs typeface="Times New Roman" panose="02020603050405020304" charset="0"/>
                        </a:rPr>
                        <a:t>ICST</a:t>
                      </a:r>
                    </a:p>
                  </a:txBody>
                  <a:tcPr/>
                </a:tc>
                <a:tc>
                  <a:txBody>
                    <a:bodyPr/>
                    <a:lstStyle/>
                    <a:p>
                      <a:pPr>
                        <a:buNone/>
                      </a:pPr>
                      <a:r>
                        <a:rPr lang="en-US" sz="1200" dirty="0">
                          <a:latin typeface="Times New Roman" panose="02020603050405020304" charset="0"/>
                          <a:cs typeface="Times New Roman" panose="02020603050405020304" charset="0"/>
                        </a:rPr>
                        <a:t>They are using computing devices as sensors.</a:t>
                      </a:r>
                    </a:p>
                  </a:txBody>
                  <a:tcPr/>
                </a:tc>
                <a:tc>
                  <a:txBody>
                    <a:bodyPr/>
                    <a:lstStyle/>
                    <a:p>
                      <a:pPr>
                        <a:buNone/>
                      </a:pPr>
                      <a:r>
                        <a:rPr lang="en-US" sz="1200" dirty="0">
                          <a:latin typeface="Times New Roman" panose="02020603050405020304" charset="0"/>
                          <a:cs typeface="Times New Roman" panose="02020603050405020304" charset="0"/>
                        </a:rPr>
                        <a:t>Used a toy robot to detect stress which leads sometimes dangerous.</a:t>
                      </a:r>
                    </a:p>
                  </a:txBody>
                  <a:tcPr/>
                </a:tc>
                <a:extLst>
                  <a:ext uri="{0D108BD9-81ED-4DB2-BD59-A6C34878D82A}">
                    <a16:rowId xmlns:a16="http://schemas.microsoft.com/office/drawing/2014/main" val="10006"/>
                  </a:ext>
                </a:extLst>
              </a:tr>
              <a:tr h="420991">
                <a:tc>
                  <a:txBody>
                    <a:bodyPr/>
                    <a:lstStyle/>
                    <a:p>
                      <a:pPr>
                        <a:buNone/>
                      </a:pPr>
                      <a:r>
                        <a:rPr lang="en-IN" altLang="en-US" dirty="0">
                          <a:solidFill>
                            <a:srgbClr val="FF0000"/>
                          </a:solidFill>
                        </a:rPr>
                        <a:t>14</a:t>
                      </a:r>
                    </a:p>
                  </a:txBody>
                  <a:tcPr/>
                </a:tc>
                <a:tc>
                  <a:txBody>
                    <a:bodyPr/>
                    <a:lstStyle/>
                    <a:p>
                      <a:pPr>
                        <a:buNone/>
                      </a:pPr>
                      <a:r>
                        <a:rPr lang="en-US" sz="1200" dirty="0">
                          <a:latin typeface="Times New Roman" panose="02020603050405020304" charset="0"/>
                          <a:cs typeface="Times New Roman" panose="02020603050405020304" charset="0"/>
                        </a:rPr>
                        <a:t>A study on stress management among the employees in manufacturing industries.</a:t>
                      </a:r>
                    </a:p>
                  </a:txBody>
                  <a:tcPr/>
                </a:tc>
                <a:tc>
                  <a:txBody>
                    <a:bodyPr/>
                    <a:lstStyle/>
                    <a:p>
                      <a:pPr>
                        <a:buNone/>
                      </a:pPr>
                      <a:r>
                        <a:rPr lang="en-US" sz="1200" dirty="0">
                          <a:latin typeface="Times New Roman" panose="02020603050405020304" charset="0"/>
                          <a:cs typeface="Times New Roman" panose="02020603050405020304" charset="0"/>
                        </a:rPr>
                        <a:t>John Canny</a:t>
                      </a:r>
                    </a:p>
                  </a:txBody>
                  <a:tcPr/>
                </a:tc>
                <a:tc>
                  <a:txBody>
                    <a:bodyPr/>
                    <a:lstStyle/>
                    <a:p>
                      <a:pPr>
                        <a:buNone/>
                      </a:pPr>
                      <a:r>
                        <a:rPr lang="en-US" sz="1200" dirty="0">
                          <a:latin typeface="Times New Roman" panose="02020603050405020304" charset="0"/>
                          <a:cs typeface="Times New Roman" panose="02020603050405020304" charset="0"/>
                        </a:rPr>
                        <a:t>IJCRT</a:t>
                      </a:r>
                    </a:p>
                  </a:txBody>
                  <a:tcPr/>
                </a:tc>
                <a:tc>
                  <a:txBody>
                    <a:bodyPr/>
                    <a:lstStyle/>
                    <a:p>
                      <a:pPr>
                        <a:buNone/>
                      </a:pPr>
                      <a:r>
                        <a:rPr lang="en-US" sz="1200" dirty="0" err="1">
                          <a:latin typeface="Times New Roman" panose="02020603050405020304" charset="0"/>
                          <a:cs typeface="Times New Roman" panose="02020603050405020304" charset="0"/>
                        </a:rPr>
                        <a:t>Anova</a:t>
                      </a:r>
                      <a:r>
                        <a:rPr lang="en-US" sz="1200" dirty="0">
                          <a:latin typeface="Times New Roman" panose="02020603050405020304" charset="0"/>
                          <a:cs typeface="Times New Roman" panose="02020603050405020304" charset="0"/>
                        </a:rPr>
                        <a:t> and T-Test method used.</a:t>
                      </a:r>
                    </a:p>
                  </a:txBody>
                  <a:tcPr/>
                </a:tc>
                <a:tc>
                  <a:txBody>
                    <a:bodyPr/>
                    <a:lstStyle/>
                    <a:p>
                      <a:pPr>
                        <a:buNone/>
                      </a:pPr>
                      <a:r>
                        <a:rPr lang="en-US" sz="1200" dirty="0">
                          <a:latin typeface="Times New Roman" panose="02020603050405020304" charset="0"/>
                          <a:cs typeface="Times New Roman" panose="02020603050405020304" charset="0"/>
                        </a:rPr>
                        <a:t>Stress predicted by eliminating each feature.</a:t>
                      </a:r>
                    </a:p>
                  </a:txBody>
                  <a:tcPr/>
                </a:tc>
                <a:extLst>
                  <a:ext uri="{0D108BD9-81ED-4DB2-BD59-A6C34878D82A}">
                    <a16:rowId xmlns:a16="http://schemas.microsoft.com/office/drawing/2014/main" val="10007"/>
                  </a:ext>
                </a:extLst>
              </a:tr>
              <a:tr h="420991">
                <a:tc>
                  <a:txBody>
                    <a:bodyPr/>
                    <a:lstStyle/>
                    <a:p>
                      <a:pPr>
                        <a:buNone/>
                      </a:pPr>
                      <a:r>
                        <a:rPr lang="en-IN" altLang="en-US"/>
                        <a:t>15</a:t>
                      </a:r>
                    </a:p>
                  </a:txBody>
                  <a:tcPr/>
                </a:tc>
                <a:tc>
                  <a:txBody>
                    <a:bodyPr/>
                    <a:lstStyle/>
                    <a:p>
                      <a:pPr>
                        <a:buNone/>
                      </a:pPr>
                      <a:r>
                        <a:rPr lang="en-US" sz="1200" dirty="0">
                          <a:latin typeface="Times New Roman" panose="02020603050405020304" charset="0"/>
                          <a:cs typeface="Times New Roman" panose="02020603050405020304" charset="0"/>
                        </a:rPr>
                        <a:t>Mental stress detection using wearable sensors</a:t>
                      </a:r>
                    </a:p>
                  </a:txBody>
                  <a:tcPr/>
                </a:tc>
                <a:tc>
                  <a:txBody>
                    <a:bodyPr/>
                    <a:lstStyle/>
                    <a:p>
                      <a:pPr>
                        <a:buNone/>
                      </a:pPr>
                      <a:r>
                        <a:rPr lang="en-US" sz="1200" dirty="0">
                          <a:latin typeface="Times New Roman" panose="02020603050405020304" charset="0"/>
                          <a:cs typeface="Times New Roman" panose="02020603050405020304" charset="0"/>
                        </a:rPr>
                        <a:t>John </a:t>
                      </a:r>
                      <a:r>
                        <a:rPr lang="en-US" sz="1200" dirty="0" err="1">
                          <a:latin typeface="Times New Roman" panose="02020603050405020304" charset="0"/>
                          <a:cs typeface="Times New Roman" panose="02020603050405020304" charset="0"/>
                        </a:rPr>
                        <a:t>paul</a:t>
                      </a:r>
                      <a:endParaRPr lang="en-US" sz="1200" dirty="0">
                        <a:latin typeface="Times New Roman" panose="02020603050405020304" charset="0"/>
                        <a:cs typeface="Times New Roman" panose="02020603050405020304" charset="0"/>
                      </a:endParaRPr>
                    </a:p>
                  </a:txBody>
                  <a:tcPr/>
                </a:tc>
                <a:tc>
                  <a:txBody>
                    <a:bodyPr/>
                    <a:lstStyle/>
                    <a:p>
                      <a:pPr>
                        <a:buNone/>
                      </a:pPr>
                      <a:r>
                        <a:rPr lang="en-US" sz="1200" dirty="0">
                          <a:latin typeface="Times New Roman" panose="02020603050405020304" charset="0"/>
                          <a:cs typeface="Times New Roman" panose="02020603050405020304" charset="0"/>
                        </a:rPr>
                        <a:t>IEEE</a:t>
                      </a:r>
                    </a:p>
                  </a:txBody>
                  <a:tcPr/>
                </a:tc>
                <a:tc>
                  <a:txBody>
                    <a:bodyPr/>
                    <a:lstStyle/>
                    <a:p>
                      <a:pPr>
                        <a:buNone/>
                      </a:pPr>
                      <a:r>
                        <a:rPr lang="en-US" sz="1200" dirty="0">
                          <a:latin typeface="Times New Roman" panose="02020603050405020304" charset="0"/>
                          <a:cs typeface="Times New Roman" panose="02020603050405020304" charset="0"/>
                        </a:rPr>
                        <a:t>Based on DL with wearable methods.</a:t>
                      </a:r>
                    </a:p>
                  </a:txBody>
                  <a:tcPr/>
                </a:tc>
                <a:tc>
                  <a:txBody>
                    <a:bodyPr/>
                    <a:lstStyle/>
                    <a:p>
                      <a:pPr>
                        <a:buNone/>
                      </a:pPr>
                      <a:r>
                        <a:rPr lang="en-US" sz="1200" dirty="0">
                          <a:latin typeface="Times New Roman" panose="02020603050405020304" charset="0"/>
                          <a:cs typeface="Times New Roman" panose="02020603050405020304" charset="0"/>
                        </a:rPr>
                        <a:t>Through ECG signals it predicts.</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7857" y="933450"/>
            <a:ext cx="3031852" cy="1069521"/>
          </a:xfrm>
          <a:solidFill>
            <a:srgbClr val="FF7C80"/>
          </a:solidFill>
        </p:spPr>
        <p:txBody>
          <a:bodyPr>
            <a:normAutofit/>
          </a:bodyPr>
          <a:lstStyle/>
          <a:p>
            <a:pPr algn="ctr"/>
            <a:r>
              <a:rPr lang="en-US" sz="2800" dirty="0">
                <a:solidFill>
                  <a:schemeClr val="tx1"/>
                </a:solidFill>
              </a:rPr>
              <a:t>system IMPLEMENTATION</a:t>
            </a:r>
            <a:endParaRPr lang="en-IN" sz="2800" dirty="0"/>
          </a:p>
        </p:txBody>
      </p:sp>
      <p:graphicFrame>
        <p:nvGraphicFramePr>
          <p:cNvPr id="16" name="Content Placeholder 15"/>
          <p:cNvGraphicFramePr>
            <a:graphicFrameLocks noGrp="1"/>
          </p:cNvGraphicFramePr>
          <p:nvPr>
            <p:ph idx="1"/>
          </p:nvPr>
        </p:nvGraphicFramePr>
        <p:xfrm>
          <a:off x="4863353" y="1371600"/>
          <a:ext cx="7328647"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 Placeholder 16"/>
          <p:cNvSpPr>
            <a:spLocks noGrp="1"/>
          </p:cNvSpPr>
          <p:nvPr>
            <p:ph type="body" sz="half" idx="2"/>
          </p:nvPr>
        </p:nvSpPr>
        <p:spPr>
          <a:xfrm>
            <a:off x="767857" y="2394857"/>
            <a:ext cx="3031852" cy="3443189"/>
          </a:xfrm>
          <a:solidFill>
            <a:srgbClr val="FF7C80"/>
          </a:solidFill>
        </p:spPr>
        <p:txBody>
          <a:bodyPr>
            <a:normAutofit/>
          </a:bodyPr>
          <a:lstStyle/>
          <a:p>
            <a:pPr lvl="0" algn="just" defTabSz="914400"/>
            <a:r>
              <a:rPr lang="en-US" sz="2800" dirty="0">
                <a:ln w="0"/>
                <a:solidFill>
                  <a:schemeClr val="tx1"/>
                </a:solidFill>
                <a:effectLst>
                  <a:outerShdw blurRad="38100" dist="19050" dir="2700000" algn="tl" rotWithShape="0">
                    <a:schemeClr val="dk1">
                      <a:alpha val="40000"/>
                    </a:schemeClr>
                  </a:outerShdw>
                </a:effectLst>
              </a:rPr>
              <a:t>  </a:t>
            </a:r>
          </a:p>
          <a:p>
            <a:pPr lvl="0" algn="just" defTabSz="914400"/>
            <a:r>
              <a:rPr lang="en-US" sz="2800" dirty="0">
                <a:ln w="0"/>
                <a:solidFill>
                  <a:schemeClr val="tx1"/>
                </a:solidFill>
                <a:effectLst>
                  <a:outerShdw blurRad="38100" dist="19050" dir="2700000" algn="tl" rotWithShape="0">
                    <a:schemeClr val="dk1">
                      <a:alpha val="40000"/>
                    </a:schemeClr>
                  </a:outerShdw>
                </a:effectLst>
              </a:rPr>
              <a:t> </a:t>
            </a:r>
            <a:r>
              <a:rPr lang="en-US" sz="2800" cap="all" dirty="0">
                <a:solidFill>
                  <a:schemeClr val="tx1"/>
                </a:solidFill>
                <a:latin typeface="+mj-lt"/>
                <a:ea typeface="+mj-ea"/>
                <a:cs typeface="+mj-cs"/>
              </a:rPr>
              <a:t>KNN ALGORITHM</a:t>
            </a:r>
            <a:endParaRPr lang="en-IN" sz="2800" cap="all" dirty="0">
              <a:solidFill>
                <a:schemeClr val="tx1"/>
              </a:solidFill>
              <a:latin typeface="+mj-lt"/>
              <a:ea typeface="+mj-ea"/>
              <a:cs typeface="+mj-cs"/>
            </a:endParaRPr>
          </a:p>
          <a:p>
            <a:pPr lvl="0" algn="ctr" defTabSz="914400"/>
            <a:r>
              <a:rPr lang="en-US" sz="2000" dirty="0">
                <a:solidFill>
                  <a:schemeClr val="tx1">
                    <a:lumMod val="75000"/>
                    <a:lumOff val="25000"/>
                  </a:schemeClr>
                </a:solidFill>
              </a:rPr>
              <a:t>Stress Prediction is determined with the help of a machine learning technique known as KNN-classification algorithm.</a:t>
            </a:r>
            <a:endParaRPr lang="en-IN" sz="2000" dirty="0">
              <a:solidFill>
                <a:schemeClr val="tx1">
                  <a:lumMod val="75000"/>
                  <a:lumOff val="25000"/>
                </a:schemeClr>
              </a:solidFill>
            </a:endParaRPr>
          </a:p>
          <a:p>
            <a:pPr algn="ctr" defTabSz="914400"/>
            <a:endParaRPr lang="en-IN" sz="2000" dirty="0">
              <a:solidFill>
                <a:schemeClr val="tx1">
                  <a:lumMod val="75000"/>
                  <a:lumOff val="25000"/>
                </a:schemeClr>
              </a:solidFill>
            </a:endParaRPr>
          </a:p>
        </p:txBody>
      </p:sp>
      <p:sp>
        <p:nvSpPr>
          <p:cNvPr id="18" name="Rounded Rectangle 17"/>
          <p:cNvSpPr/>
          <p:nvPr/>
        </p:nvSpPr>
        <p:spPr>
          <a:xfrm>
            <a:off x="5647280" y="745864"/>
            <a:ext cx="5702038" cy="639183"/>
          </a:xfrm>
          <a:prstGeom prst="roundRect">
            <a:avLst/>
          </a:prstGeom>
          <a:gradFill flip="none" rotWithShape="1">
            <a:gsLst>
              <a:gs pos="0">
                <a:srgbClr val="DED8E4">
                  <a:shade val="30000"/>
                  <a:satMod val="115000"/>
                </a:srgbClr>
              </a:gs>
              <a:gs pos="50000">
                <a:srgbClr val="DED8E4">
                  <a:shade val="67500"/>
                  <a:satMod val="115000"/>
                </a:srgbClr>
              </a:gs>
              <a:gs pos="100000">
                <a:srgbClr val="DED8E4">
                  <a:shade val="100000"/>
                  <a:satMod val="115000"/>
                </a:srgbClr>
              </a:gs>
            </a:gsLst>
            <a:path path="circle">
              <a:fillToRect l="100000" t="100000"/>
            </a:path>
            <a:tileRect r="-100000" b="-10000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0000"/>
              </a:lnSpc>
              <a:spcBef>
                <a:spcPct val="20000"/>
              </a:spcBef>
              <a:spcAft>
                <a:spcPts val="600"/>
              </a:spcAft>
              <a:buClr>
                <a:schemeClr val="accent1"/>
              </a:buClr>
              <a:buSzPct val="92000"/>
            </a:pPr>
            <a:r>
              <a:rPr lang="en-US" sz="2000" dirty="0">
                <a:ln w="0"/>
                <a:solidFill>
                  <a:schemeClr val="tx1"/>
                </a:solidFill>
                <a:effectLst>
                  <a:outerShdw blurRad="38100" dist="19050" dir="2700000" algn="tl" rotWithShape="0">
                    <a:schemeClr val="dk1">
                      <a:alpha val="40000"/>
                    </a:schemeClr>
                  </a:outerShdw>
                </a:effectLst>
              </a:rPr>
              <a:t>Working of KNN algorithm is describes as:</a:t>
            </a:r>
            <a:endParaRPr lang="en-IN" sz="200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95A43-FE5A-4EBD-B473-8FBD8A00A9B5}"/>
              </a:ext>
            </a:extLst>
          </p:cNvPr>
          <p:cNvSpPr>
            <a:spLocks noGrp="1"/>
          </p:cNvSpPr>
          <p:nvPr>
            <p:ph type="title"/>
          </p:nvPr>
        </p:nvSpPr>
        <p:spPr/>
        <p:txBody>
          <a:bodyPr/>
          <a:lstStyle/>
          <a:p>
            <a:r>
              <a:rPr lang="en-IN" sz="2800" dirty="0">
                <a:latin typeface="+mj-lt"/>
              </a:rPr>
              <a:t>CONFERENCE PROCEEDINGS</a:t>
            </a:r>
            <a:br>
              <a:rPr lang="en-IN" sz="2800" dirty="0">
                <a:latin typeface="+mj-lt"/>
              </a:rPr>
            </a:br>
            <a:endParaRPr lang="en-IN" dirty="0"/>
          </a:p>
        </p:txBody>
      </p:sp>
      <p:pic>
        <p:nvPicPr>
          <p:cNvPr id="5" name="Content Placeholder 4">
            <a:extLst>
              <a:ext uri="{FF2B5EF4-FFF2-40B4-BE49-F238E27FC236}">
                <a16:creationId xmlns:a16="http://schemas.microsoft.com/office/drawing/2014/main" id="{5CC444B6-CC85-45E5-8E3D-A4470FCAB1A3}"/>
              </a:ext>
            </a:extLst>
          </p:cNvPr>
          <p:cNvPicPr>
            <a:picLocks noGrp="1" noChangeAspect="1"/>
          </p:cNvPicPr>
          <p:nvPr>
            <p:ph idx="1"/>
          </p:nvPr>
        </p:nvPicPr>
        <p:blipFill>
          <a:blip r:embed="rId2"/>
          <a:stretch>
            <a:fillRect/>
          </a:stretch>
        </p:blipFill>
        <p:spPr>
          <a:xfrm>
            <a:off x="4719426" y="1498862"/>
            <a:ext cx="3908296" cy="5071621"/>
          </a:xfrm>
        </p:spPr>
      </p:pic>
    </p:spTree>
    <p:extLst>
      <p:ext uri="{BB962C8B-B14F-4D97-AF65-F5344CB8AC3E}">
        <p14:creationId xmlns:p14="http://schemas.microsoft.com/office/powerpoint/2010/main" val="1457902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conclusion</a:t>
            </a:r>
            <a:endParaRPr lang="en-IN" dirty="0">
              <a:solidFill>
                <a:schemeClr val="tx1"/>
              </a:solidFill>
            </a:endParaRPr>
          </a:p>
        </p:txBody>
      </p:sp>
      <p:sp>
        <p:nvSpPr>
          <p:cNvPr id="3" name="Content Placeholder 2"/>
          <p:cNvSpPr>
            <a:spLocks noGrp="1"/>
          </p:cNvSpPr>
          <p:nvPr>
            <p:ph idx="1"/>
          </p:nvPr>
        </p:nvSpPr>
        <p:spPr/>
        <p:txBody>
          <a:bodyPr>
            <a:normAutofit/>
          </a:bodyPr>
          <a:lstStyle/>
          <a:p>
            <a:pPr marL="342900" lvl="0" indent="-342900" algn="just">
              <a:buFont typeface="Symbol" panose="05050102010706020507" pitchFamily="18" charset="2"/>
              <a:buChar char=""/>
            </a:pPr>
            <a:r>
              <a:rPr lang="en-US" sz="2000" dirty="0">
                <a:effectLst/>
                <a:latin typeface="Times New Roman" panose="02020603050405020304" charset="0"/>
                <a:ea typeface="Calibri" panose="020F0502020204030204" charset="0"/>
                <a:cs typeface="Times New Roman" panose="02020603050405020304" charset="0"/>
                <a:sym typeface="+mn-ea"/>
              </a:rPr>
              <a:t>This project helps in predicting the stress levels due to various parameters considered through a survey and it also lists as to whether the students are stress free or stressful and the range of their stress levels. </a:t>
            </a:r>
            <a:endParaRPr lang="en-IN" sz="2000" dirty="0">
              <a:effectLst/>
              <a:latin typeface="Times New Roman" panose="02020603050405020304" charset="0"/>
              <a:ea typeface="Calibri" panose="020F0502020204030204" charset="0"/>
              <a:cs typeface="Times New Roman" panose="02020603050405020304" charset="0"/>
            </a:endParaRPr>
          </a:p>
          <a:p>
            <a:pPr marL="342900" lvl="0" indent="-342900" algn="just">
              <a:buFont typeface="Symbol" panose="05050102010706020507" pitchFamily="18" charset="2"/>
              <a:buChar char=""/>
            </a:pPr>
            <a:r>
              <a:rPr lang="en-US" sz="2000" dirty="0">
                <a:effectLst/>
                <a:latin typeface="Times New Roman" panose="02020603050405020304" charset="0"/>
                <a:ea typeface="Calibri" panose="020F0502020204030204" charset="0"/>
                <a:cs typeface="Times New Roman" panose="02020603050405020304" charset="0"/>
                <a:sym typeface="+mn-ea"/>
              </a:rPr>
              <a:t>The student can incorporate the solution and work towards maintaining his or her mental equilibrium.</a:t>
            </a:r>
            <a:endParaRPr lang="en-US" sz="2000" dirty="0">
              <a:effectLst/>
              <a:latin typeface="Times New Roman" panose="02020603050405020304" charset="0"/>
              <a:ea typeface="SimSun" panose="02010600030101010101" pitchFamily="2" charset="-122"/>
              <a:cs typeface="Times New Roman" panose="02020603050405020304" charset="0"/>
            </a:endParaRPr>
          </a:p>
          <a:p>
            <a:pPr marL="342900" indent="-342900" algn="just">
              <a:lnSpc>
                <a:spcPct val="100000"/>
              </a:lnSpc>
              <a:buFont typeface="Arial" panose="020B0604020202020204" pitchFamily="34" charset="0"/>
              <a:buChar char="•"/>
            </a:pPr>
            <a:r>
              <a:rPr lang="en-US" sz="2000" dirty="0">
                <a:effectLst/>
                <a:latin typeface="Times New Roman" panose="02020603050405020304" charset="0"/>
                <a:ea typeface="SimSun" panose="02010600030101010101" pitchFamily="2" charset="-122"/>
                <a:cs typeface="Times New Roman" panose="02020603050405020304" charset="0"/>
                <a:sym typeface="+mn-ea"/>
              </a:rPr>
              <a:t>So, this project helps</a:t>
            </a:r>
            <a:r>
              <a:rPr lang="en-IN" altLang="en-US" sz="2000" dirty="0">
                <a:effectLst/>
                <a:latin typeface="Times New Roman" panose="02020603050405020304" charset="0"/>
                <a:ea typeface="SimSun" panose="02010600030101010101" pitchFamily="2" charset="-122"/>
                <a:cs typeface="Times New Roman" panose="02020603050405020304" charset="0"/>
                <a:sym typeface="+mn-ea"/>
              </a:rPr>
              <a:t> </a:t>
            </a:r>
            <a:r>
              <a:rPr lang="en-US" sz="2000" dirty="0">
                <a:effectLst/>
                <a:latin typeface="Times New Roman" panose="02020603050405020304" charset="0"/>
                <a:ea typeface="SimSun" panose="02010600030101010101" pitchFamily="2" charset="-122"/>
                <a:cs typeface="Times New Roman" panose="02020603050405020304" charset="0"/>
                <a:sym typeface="+mn-ea"/>
              </a:rPr>
              <a:t>an introvert may believe that going through an experience in great detail will eventually result in figuring out what went wrong according to those suggestions will be given and help them from stress.</a:t>
            </a:r>
            <a:endParaRPr lang="en-IN" sz="2000" dirty="0">
              <a:effectLst/>
              <a:latin typeface="Times New Roman" panose="02020603050405020304" charset="0"/>
              <a:ea typeface="SimSun" panose="02010600030101010101" pitchFamily="2" charset="-122"/>
              <a:cs typeface="Times New Roman" panose="02020603050405020304" charset="0"/>
            </a:endParaRPr>
          </a:p>
          <a:p>
            <a:pPr marL="0" indent="0" algn="just" defTabSz="914400">
              <a:lnSpc>
                <a:spcPct val="100000"/>
              </a:lnSpc>
              <a:buNone/>
            </a:pPr>
            <a:endParaRPr lang="en-US" sz="2000" dirty="0">
              <a:latin typeface="Times New Roman" panose="02020603050405020304" charset="0"/>
              <a:cs typeface="Times New Roman" panose="02020603050405020304" charset="0"/>
            </a:endParaRPr>
          </a:p>
          <a:p>
            <a:pPr marL="342900" indent="-342900" algn="just" defTabSz="914400">
              <a:buFont typeface="Arial" panose="020B0604020202020204" pitchFamily="34" charset="0"/>
              <a:buChar char="•"/>
            </a:pPr>
            <a:endParaRPr lang="en-IN" sz="2000" dirty="0"/>
          </a:p>
        </p:txBody>
      </p:sp>
      <p:pic>
        <p:nvPicPr>
          <p:cNvPr id="4" name="Graphic 2" descr="Checklist"/>
          <p:cNvPicPr>
            <a:picLocks noChangeAspect="1"/>
          </p:cNvPicPr>
          <p:nvPr/>
        </p:nvPicPr>
        <p:blipFill>
          <a:blip r:embed="rId2">
            <a:duotone>
              <a:schemeClr val="accent1">
                <a:shade val="45000"/>
                <a:satMod val="135000"/>
              </a:schemeClr>
              <a:prstClr val="white"/>
            </a:duotone>
          </a:blip>
          <a:stretch>
            <a:fillRect/>
          </a:stretch>
        </p:blipFill>
        <p:spPr>
          <a:xfrm>
            <a:off x="2734189" y="1283170"/>
            <a:ext cx="743750" cy="7437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86713"/>
          </a:xfrm>
        </p:spPr>
        <p:txBody>
          <a:bodyPr>
            <a:normAutofit/>
          </a:bodyPr>
          <a:lstStyle/>
          <a:p>
            <a:r>
              <a:rPr lang="en-US" b="1" dirty="0">
                <a:latin typeface="Times New Roman" panose="02020603050405020304" charset="0"/>
                <a:cs typeface="Times New Roman" panose="02020603050405020304" charset="0"/>
                <a:sym typeface="+mn-ea"/>
              </a:rPr>
              <a:t> REFERENCES</a:t>
            </a:r>
            <a:r>
              <a:rPr lang="en-IN" altLang="en-US" b="1" dirty="0">
                <a:latin typeface="Times New Roman" panose="02020603050405020304" charset="0"/>
                <a:cs typeface="Times New Roman" panose="02020603050405020304" charset="0"/>
                <a:sym typeface="+mn-ea"/>
              </a:rPr>
              <a:t>  </a:t>
            </a:r>
            <a:endParaRPr lang="en-IN" altLang="en-US" b="1" dirty="0">
              <a:solidFill>
                <a:schemeClr val="tx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581192" y="1689463"/>
            <a:ext cx="11029615" cy="4981303"/>
          </a:xfrm>
        </p:spPr>
        <p:txBody>
          <a:bodyPr>
            <a:noAutofit/>
          </a:bodyPr>
          <a:lstStyle/>
          <a:p>
            <a:pPr marL="0" indent="0" algn="just">
              <a:buFont typeface="+mj-lt"/>
              <a:buNone/>
            </a:pPr>
            <a:r>
              <a:rPr lang="en-IN" altLang="en-US" sz="1600" dirty="0">
                <a:latin typeface="Times New Roman" panose="02020603050405020304" charset="0"/>
                <a:cs typeface="Times New Roman" panose="02020603050405020304" charset="0"/>
                <a:sym typeface="+mn-ea"/>
              </a:rPr>
              <a:t> 1. </a:t>
            </a:r>
            <a:r>
              <a:rPr lang="en-US" sz="1600" dirty="0">
                <a:latin typeface="Times New Roman" panose="02020603050405020304" charset="0"/>
                <a:cs typeface="Times New Roman" panose="02020603050405020304" charset="0"/>
                <a:sym typeface="+mn-ea"/>
              </a:rPr>
              <a:t>Disha sharma, nikitha Kapoor, Dr.sandeep. “Stress Prediction of students using machine learning”. Trans stellar, vol.10,issue 3, June 2020.</a:t>
            </a:r>
            <a:endParaRPr lang="en-US" sz="1600" dirty="0">
              <a:latin typeface="Times New Roman" panose="02020603050405020304" charset="0"/>
              <a:cs typeface="Times New Roman" panose="02020603050405020304" charset="0"/>
            </a:endParaRPr>
          </a:p>
          <a:p>
            <a:pPr marL="0" indent="0" algn="just">
              <a:buFont typeface="+mj-lt"/>
              <a:buNone/>
            </a:pPr>
            <a:r>
              <a:rPr lang="en-IN" altLang="en-US" sz="1600" dirty="0">
                <a:latin typeface="Times New Roman" panose="02020603050405020304" charset="0"/>
                <a:cs typeface="Times New Roman" panose="02020603050405020304" charset="0"/>
                <a:sym typeface="+mn-ea"/>
              </a:rPr>
              <a:t>2.   </a:t>
            </a:r>
            <a:r>
              <a:rPr lang="en-US" sz="1600" dirty="0">
                <a:latin typeface="Times New Roman" panose="02020603050405020304" charset="0"/>
                <a:cs typeface="Times New Roman" panose="02020603050405020304" charset="0"/>
                <a:sym typeface="+mn-ea"/>
              </a:rPr>
              <a:t>Jarernsri Mitrpanont, Jaruwan Phandhu-fung and Nantanut Klubdee.” iCare-Stress: Caring System for Stress”. European journal of operational research, 2017.</a:t>
            </a:r>
            <a:endParaRPr lang="en-US" sz="1600" dirty="0">
              <a:latin typeface="Times New Roman" panose="02020603050405020304" charset="0"/>
              <a:cs typeface="Times New Roman" panose="02020603050405020304" charset="0"/>
            </a:endParaRPr>
          </a:p>
          <a:p>
            <a:pPr marL="0" indent="0" algn="just">
              <a:buNone/>
            </a:pPr>
            <a:r>
              <a:rPr lang="en-IN" altLang="en-US" sz="1600" dirty="0">
                <a:latin typeface="Times New Roman" panose="02020603050405020304" charset="0"/>
                <a:cs typeface="Times New Roman" panose="02020603050405020304" charset="0"/>
                <a:sym typeface="+mn-ea"/>
              </a:rPr>
              <a:t>3.   </a:t>
            </a:r>
            <a:r>
              <a:rPr lang="en-US" sz="1600" dirty="0">
                <a:latin typeface="Times New Roman" panose="02020603050405020304" charset="0"/>
                <a:cs typeface="Times New Roman" panose="02020603050405020304" charset="0"/>
                <a:sym typeface="+mn-ea"/>
              </a:rPr>
              <a:t>Enrique gorcia, venet osmani and Oscar mayora. “Automatic stress detection in working environments from smartphones”, 14 oct 2015.</a:t>
            </a:r>
            <a:endParaRPr lang="en-US" sz="1600" dirty="0">
              <a:latin typeface="Times New Roman" panose="02020603050405020304" charset="0"/>
              <a:cs typeface="Times New Roman" panose="02020603050405020304" charset="0"/>
            </a:endParaRPr>
          </a:p>
          <a:p>
            <a:pPr marL="0" indent="0" algn="just">
              <a:buNone/>
            </a:pPr>
            <a:r>
              <a:rPr lang="en-IN" altLang="en-US" sz="1600" dirty="0">
                <a:latin typeface="Times New Roman" panose="02020603050405020304" charset="0"/>
                <a:cs typeface="Times New Roman" panose="02020603050405020304" charset="0"/>
                <a:sym typeface="+mn-ea"/>
              </a:rPr>
              <a:t>4.    </a:t>
            </a:r>
            <a:r>
              <a:rPr lang="en-US" sz="1600" dirty="0">
                <a:latin typeface="Times New Roman" panose="02020603050405020304" charset="0"/>
                <a:cs typeface="Times New Roman" panose="02020603050405020304" charset="0"/>
                <a:sym typeface="+mn-ea"/>
              </a:rPr>
              <a:t>MS. Sumathi M. R and Dr.B. Poorna. “Prediction of mental health problems among children using machine learning techniques”. International journal of advanced computer science, vol7, nov 1,2016.</a:t>
            </a:r>
            <a:endParaRPr lang="en-US" sz="1600" dirty="0">
              <a:latin typeface="Times New Roman" panose="02020603050405020304" charset="0"/>
              <a:cs typeface="Times New Roman" panose="02020603050405020304" charset="0"/>
            </a:endParaRPr>
          </a:p>
          <a:p>
            <a:pPr marL="0" indent="0" algn="just">
              <a:buNone/>
            </a:pPr>
            <a:r>
              <a:rPr lang="en-IN" altLang="en-US" sz="1600" dirty="0">
                <a:latin typeface="Times New Roman" panose="02020603050405020304" charset="0"/>
                <a:cs typeface="Times New Roman" panose="02020603050405020304" charset="0"/>
                <a:sym typeface="+mn-ea"/>
              </a:rPr>
              <a:t>5.     </a:t>
            </a:r>
            <a:r>
              <a:rPr lang="en-US" sz="1600" dirty="0">
                <a:latin typeface="Times New Roman" panose="02020603050405020304" charset="0"/>
                <a:cs typeface="Times New Roman" panose="02020603050405020304" charset="0"/>
                <a:sym typeface="+mn-ea"/>
              </a:rPr>
              <a:t>Xiyu Liu and Yanliang zhang.” How COVID-19 affects mental health of college students and its countermeasures”. International conference on public health and data science (ICPHDS),2020.</a:t>
            </a:r>
          </a:p>
          <a:p>
            <a:pPr marL="0" indent="0" algn="just">
              <a:buFont typeface="+mj-lt"/>
              <a:buNone/>
            </a:pPr>
            <a:r>
              <a:rPr lang="en-IN" altLang="en-US" sz="1600" dirty="0">
                <a:latin typeface="Times New Roman" panose="02020603050405020304" charset="0"/>
                <a:cs typeface="Times New Roman" panose="02020603050405020304" charset="0"/>
                <a:sym typeface="+mn-ea"/>
              </a:rPr>
              <a:t>6.  </a:t>
            </a:r>
            <a:r>
              <a:rPr lang="en-US" sz="1600" dirty="0">
                <a:latin typeface="Times New Roman" panose="02020603050405020304" charset="0"/>
                <a:cs typeface="Times New Roman" panose="02020603050405020304" charset="0"/>
                <a:sym typeface="+mn-ea"/>
              </a:rPr>
              <a:t>D6.Yuan shi,Minh hoai Nguyen, Patrick belt.” Personalized Stress Detection from Physiological Measurements”.  IEEE, 2019.</a:t>
            </a:r>
          </a:p>
          <a:p>
            <a:pPr marL="0" indent="0" algn="just">
              <a:buNone/>
            </a:pPr>
            <a:r>
              <a:rPr lang="en-IN" altLang="en-US" sz="1600" dirty="0">
                <a:latin typeface="Times New Roman" panose="02020603050405020304" charset="0"/>
                <a:cs typeface="Times New Roman" panose="02020603050405020304" charset="0"/>
                <a:sym typeface="+mn-ea"/>
              </a:rPr>
              <a:t>7.   </a:t>
            </a:r>
            <a:r>
              <a:rPr lang="en-US" sz="1600" dirty="0">
                <a:latin typeface="Times New Roman" panose="02020603050405020304" charset="0"/>
                <a:cs typeface="Times New Roman" panose="02020603050405020304" charset="0"/>
                <a:sym typeface="+mn-ea"/>
              </a:rPr>
              <a:t>Saskia </a:t>
            </a:r>
            <a:r>
              <a:rPr lang="en-US" sz="1600" dirty="0" err="1">
                <a:latin typeface="Times New Roman" panose="02020603050405020304" charset="0"/>
                <a:cs typeface="Times New Roman" panose="02020603050405020304" charset="0"/>
                <a:sym typeface="+mn-ea"/>
              </a:rPr>
              <a:t>Koldijk</a:t>
            </a:r>
            <a:r>
              <a:rPr lang="en-US" sz="1600" dirty="0">
                <a:latin typeface="Times New Roman" panose="02020603050405020304" charset="0"/>
                <a:cs typeface="Times New Roman" panose="02020603050405020304" charset="0"/>
                <a:sym typeface="+mn-ea"/>
              </a:rPr>
              <a:t>, Mark A.” Detecting work stress in offices by combining unobtrusive sensors”. Radboud </a:t>
            </a:r>
            <a:r>
              <a:rPr lang="en-US" sz="1600" dirty="0" err="1">
                <a:latin typeface="Times New Roman" panose="02020603050405020304" charset="0"/>
                <a:cs typeface="Times New Roman" panose="02020603050405020304" charset="0"/>
                <a:sym typeface="+mn-ea"/>
              </a:rPr>
              <a:t>respository</a:t>
            </a:r>
            <a:r>
              <a:rPr lang="en-US" sz="1600" dirty="0">
                <a:latin typeface="Times New Roman" panose="02020603050405020304" charset="0"/>
                <a:cs typeface="Times New Roman" panose="02020603050405020304" charset="0"/>
                <a:sym typeface="+mn-ea"/>
              </a:rPr>
              <a:t> university, Nov 09,2021.</a:t>
            </a:r>
            <a:endParaRPr lang="en-US" sz="1600" dirty="0">
              <a:latin typeface="Times New Roman" panose="02020603050405020304" charset="0"/>
              <a:cs typeface="Times New Roman" panose="02020603050405020304" charset="0"/>
            </a:endParaRPr>
          </a:p>
          <a:p>
            <a:pPr marL="77470" indent="0" algn="just">
              <a:buFont typeface="Corbel" panose="020B0503020204020204" pitchFamily="34" charset="0"/>
              <a:buNone/>
            </a:pPr>
            <a:endParaRPr lang="en-US" sz="1600" dirty="0">
              <a:latin typeface="Times New Roman" panose="02020603050405020304" charset="0"/>
              <a:cs typeface="Times New Roman" panose="02020603050405020304" charset="0"/>
            </a:endParaRPr>
          </a:p>
          <a:p>
            <a:pPr marL="0" indent="0">
              <a:buFont typeface="+mj-lt"/>
              <a:buNone/>
            </a:pPr>
            <a:endParaRPr lang="en-IN" sz="1600" dirty="0"/>
          </a:p>
        </p:txBody>
      </p:sp>
      <p:pic>
        <p:nvPicPr>
          <p:cNvPr id="5" name="Content Placeholder 5" descr="Open book"/>
          <p:cNvPicPr>
            <a:picLocks noChangeAspect="1"/>
          </p:cNvPicPr>
          <p:nvPr/>
        </p:nvPicPr>
        <p:blipFill>
          <a:blip r:embed="rId2">
            <a:duotone>
              <a:schemeClr val="accent1">
                <a:shade val="45000"/>
                <a:satMod val="135000"/>
              </a:schemeClr>
              <a:prstClr val="white"/>
            </a:duotone>
          </a:blip>
          <a:stretch>
            <a:fillRect/>
          </a:stretch>
        </p:blipFill>
        <p:spPr>
          <a:xfrm>
            <a:off x="3407380" y="702310"/>
            <a:ext cx="765268" cy="7652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a:spLocks noGrp="1" noRot="1" noChangeAspect="1" noMove="1" noResize="1" noEditPoints="1" noAdjustHandles="1" noChangeArrowheads="1" noChangeShapeType="1" noTextEdit="1"/>
          </p:cNvSpPr>
          <p:nvPr/>
        </p:nvSpPr>
        <p:spPr>
          <a:xfrm>
            <a:off x="231140" y="243840"/>
            <a:ext cx="11724640" cy="6377939"/>
          </a:xfrm>
          <a:prstGeom prst="rect">
            <a:avLst/>
          </a:prstGeom>
          <a:solidFill>
            <a:srgbClr val="9EC5A2"/>
          </a:solidFill>
          <a:ln w="12700">
            <a:solidFill>
              <a:srgbClr val="CC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391275" y="2750820"/>
            <a:ext cx="5038844" cy="1356360"/>
          </a:xfrm>
        </p:spPr>
        <p:txBody>
          <a:bodyPr>
            <a:normAutofit/>
          </a:bodyPr>
          <a:lstStyle/>
          <a:p>
            <a:r>
              <a:rPr lang="en-IN" altLang="en-US" dirty="0">
                <a:solidFill>
                  <a:srgbClr val="FFFFFF"/>
                </a:solidFill>
              </a:rPr>
              <a:t>      THANK YOU!!!</a:t>
            </a:r>
          </a:p>
        </p:txBody>
      </p:sp>
      <p:pic>
        <p:nvPicPr>
          <p:cNvPr id="4" name="Picture 3" descr="C:\Users\bhargavi\Downloads\s4.pngs4"/>
          <p:cNvPicPr>
            <a:picLocks noChangeAspect="1"/>
          </p:cNvPicPr>
          <p:nvPr/>
        </p:nvPicPr>
        <p:blipFill rotWithShape="1">
          <a:blip r:embed="rId3"/>
          <a:srcRect/>
          <a:stretch>
            <a:fillRect/>
          </a:stretch>
        </p:blipFill>
        <p:spPr>
          <a:xfrm>
            <a:off x="294005" y="313690"/>
            <a:ext cx="5581015" cy="6214110"/>
          </a:xfrm>
          <a:prstGeom prst="rect">
            <a:avLst/>
          </a:prstGeom>
        </p:spPr>
      </p:pic>
      <p:sp>
        <p:nvSpPr>
          <p:cNvPr id="8" name="Content Placeholder 7"/>
          <p:cNvSpPr>
            <a:spLocks noGrp="1"/>
          </p:cNvSpPr>
          <p:nvPr>
            <p:ph idx="1"/>
          </p:nvPr>
        </p:nvSpPr>
        <p:spPr>
          <a:xfrm>
            <a:off x="6096000" y="2750185"/>
            <a:ext cx="5038725" cy="1356360"/>
          </a:xfrm>
        </p:spPr>
        <p:txBody>
          <a:bodyPr>
            <a:normAutofit/>
          </a:bodyPr>
          <a:lstStyle/>
          <a:p>
            <a:pPr marL="45720" indent="0">
              <a:buNone/>
            </a:pPr>
            <a:endParaRPr lang="en-US" dirty="0">
              <a:solidFill>
                <a:srgbClr val="FFFFFF"/>
              </a:solidFill>
            </a:endParaRPr>
          </a:p>
          <a:p>
            <a:pPr marL="45720" indent="0">
              <a:buNone/>
            </a:pPr>
            <a:endParaRPr lang="en-IN" altLang="en-US" dirty="0">
              <a:solidFill>
                <a:srgbClr val="FFFFFF"/>
              </a:solidFill>
            </a:endParaRPr>
          </a:p>
        </p:txBody>
      </p:sp>
      <p:sp>
        <p:nvSpPr>
          <p:cNvPr id="26" name="Rectangle 25"/>
          <p:cNvSpPr>
            <a:spLocks noGrp="1" noRot="1" noChangeAspect="1" noMove="1" noResize="1" noEditPoints="1" noAdjustHandles="1" noChangeArrowheads="1" noChangeShapeType="1" noTextEdit="1"/>
          </p:cNvSpPr>
          <p:nvPr/>
        </p:nvSpPr>
        <p:spPr>
          <a:xfrm>
            <a:off x="228600" y="243840"/>
            <a:ext cx="11724640" cy="6377939"/>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sp>
      <p:pic>
        <p:nvPicPr>
          <p:cNvPr id="7" name="Graphic 4" descr="Handshake"/>
          <p:cNvPicPr>
            <a:picLocks noChangeAspect="1"/>
          </p:cNvPicPr>
          <p:nvPr/>
        </p:nvPicPr>
        <p:blipFill>
          <a:blip r:embed="rId4">
            <a:duotone>
              <a:prstClr val="black"/>
              <a:schemeClr val="bg2">
                <a:tint val="45000"/>
                <a:satMod val="400000"/>
              </a:schemeClr>
            </a:duotone>
          </a:blip>
          <a:stretch>
            <a:fillRect/>
          </a:stretch>
        </p:blipFill>
        <p:spPr>
          <a:xfrm>
            <a:off x="9266524" y="3287379"/>
            <a:ext cx="1141761" cy="1141761"/>
          </a:xfrm>
          <a:prstGeom prst="rect">
            <a:avLst/>
          </a:prstGeom>
        </p:spPr>
      </p:pic>
    </p:spTree>
  </p:cSld>
  <p:clrMapOvr>
    <a:masterClrMapping/>
  </p:clrMapOvr>
</p:sld>
</file>

<file path=ppt/theme/theme1.xml><?xml version="1.0" encoding="utf-8"?>
<a:theme xmlns:a="http://schemas.openxmlformats.org/drawingml/2006/main" name="DividendVTI">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{48B6FD04-E36E-47B8-9335-ECE90152B96D}tf67061901_win32</Template>
  <TotalTime>20</TotalTime>
  <Words>1694</Words>
  <Application>Microsoft Office PowerPoint</Application>
  <PresentationFormat>Widescreen</PresentationFormat>
  <Paragraphs>236</Paragraphs>
  <Slides>28</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9" baseType="lpstr">
      <vt:lpstr>Arial</vt:lpstr>
      <vt:lpstr>Calibri</vt:lpstr>
      <vt:lpstr>Corbel</vt:lpstr>
      <vt:lpstr>Franklin Gothic Book</vt:lpstr>
      <vt:lpstr>Franklin Gothic Demi</vt:lpstr>
      <vt:lpstr>Symbol</vt:lpstr>
      <vt:lpstr>Times New Roman</vt:lpstr>
      <vt:lpstr>Wingdings</vt:lpstr>
      <vt:lpstr>Wingdings 2</vt:lpstr>
      <vt:lpstr>DividendVTI</vt:lpstr>
      <vt:lpstr>Worksheet</vt:lpstr>
      <vt:lpstr>PowerPoint Presentation</vt:lpstr>
      <vt:lpstr>                                     AGENDA  </vt:lpstr>
      <vt:lpstr>PRoBLEM STATEMENT </vt:lpstr>
      <vt:lpstr>LITERATURE SURVEY  </vt:lpstr>
      <vt:lpstr>EXISTING SYSTEM </vt:lpstr>
      <vt:lpstr>PowerPoint Presentation</vt:lpstr>
      <vt:lpstr>PROPOSED SYSTEM </vt:lpstr>
      <vt:lpstr>PowerPoint Presentation</vt:lpstr>
      <vt:lpstr>Technology details</vt:lpstr>
      <vt:lpstr>PowerPoint Presentation</vt:lpstr>
      <vt:lpstr>PowerPoint Presentation</vt:lpstr>
      <vt:lpstr>SOFTWARE REQUIREMENTS</vt:lpstr>
      <vt:lpstr>System design</vt:lpstr>
      <vt:lpstr>PowerPoint Presentation</vt:lpstr>
      <vt:lpstr>PowerPoint Presentation</vt:lpstr>
      <vt:lpstr>PowerPoint Presentation</vt:lpstr>
      <vt:lpstr>Admin module</vt:lpstr>
      <vt:lpstr>PowerPoint Presentation</vt:lpstr>
      <vt:lpstr>Student module</vt:lpstr>
      <vt:lpstr>PowerPoint Presentation</vt:lpstr>
      <vt:lpstr>PowerPoint Presentation</vt:lpstr>
      <vt:lpstr>DETAILED ANALYSIS OF LITERATURE REVIEW  </vt:lpstr>
      <vt:lpstr>DETAILED ANALYSIS OF LITERATURE REVIEW</vt:lpstr>
      <vt:lpstr>system IMPLEMENTATION</vt:lpstr>
      <vt:lpstr>CONFERENCE PROCEEDINGS </vt:lpstr>
      <vt:lpstr>conclusion</vt:lpstr>
      <vt:lpstr> REFERENCES  </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Prakruthi Manjunath</dc:creator>
  <cp:lastModifiedBy>sreeja kotha</cp:lastModifiedBy>
  <cp:revision>196</cp:revision>
  <dcterms:created xsi:type="dcterms:W3CDTF">2021-05-12T14:43:00Z</dcterms:created>
  <dcterms:modified xsi:type="dcterms:W3CDTF">2022-02-21T17:02:24Z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DDF5E1B587664E17919293C6014E50E5</vt:lpwstr>
  </property>
  <property fmtid="{D5CDD505-2E9C-101B-9397-08002B2CF9AE}" pid="4" name="KSOProductBuildVer">
    <vt:lpwstr>1033-11.2.0.10463</vt:lpwstr>
  </property>
</Properties>
</file>